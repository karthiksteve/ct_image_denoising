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4"/>
  </p:notesMasterIdLst>
  <p:sldIdLst>
    <p:sldId id="256" r:id="rId2"/>
    <p:sldId id="257" r:id="rId3"/>
    <p:sldId id="258" r:id="rId4"/>
    <p:sldId id="259" r:id="rId5"/>
    <p:sldId id="260" r:id="rId6"/>
    <p:sldId id="268" r:id="rId7"/>
    <p:sldId id="262" r:id="rId8"/>
    <p:sldId id="269" r:id="rId9"/>
    <p:sldId id="263" r:id="rId10"/>
    <p:sldId id="265" r:id="rId11"/>
    <p:sldId id="266" r:id="rId12"/>
    <p:sldId id="267" r:id="rId13"/>
  </p:sldIdLst>
  <p:sldSz cx="9144000" cy="5143500" type="screen16x9"/>
  <p:notesSz cx="9144000" cy="5143500"/>
  <p:embeddedFontLst>
    <p:embeddedFont>
      <p:font typeface="Open Sans" panose="020B0606030504020204" pitchFamily="34" charset="0"/>
      <p:regular r:id="rId15"/>
      <p:bold r:id="rId16"/>
    </p:embeddedFont>
  </p:embeddedFontLst>
  <p:defaultTextStyle>
    <a:defPPr>
      <a:defRPr lang="en-US"/>
    </a:defPPr>
    <a:lvl1pPr marL="0" lvl="0" algn="l" rtl="0">
      <a:defRPr lang="en-US" sz="1800" dirty="0">
        <a:solidFill>
          <a:schemeClr val="tx1"/>
        </a:solidFill>
        <a:latin typeface="+mn-lt"/>
      </a:defRPr>
    </a:lvl1pPr>
    <a:lvl2pPr marL="457200" lvl="1" algn="l" rtl="0">
      <a:defRPr lang="en-US" sz="1800" dirty="0">
        <a:solidFill>
          <a:schemeClr val="tx1"/>
        </a:solidFill>
        <a:latin typeface="+mn-lt"/>
      </a:defRPr>
    </a:lvl2pPr>
    <a:lvl3pPr marL="914400" lvl="2" algn="l" rtl="0">
      <a:defRPr lang="en-US" sz="1800" dirty="0">
        <a:solidFill>
          <a:schemeClr val="tx1"/>
        </a:solidFill>
        <a:latin typeface="+mn-lt"/>
      </a:defRPr>
    </a:lvl3pPr>
    <a:lvl4pPr marL="1371600" lvl="3" algn="l" rtl="0">
      <a:defRPr lang="en-US" sz="1800" dirty="0">
        <a:solidFill>
          <a:schemeClr val="tx1"/>
        </a:solidFill>
        <a:latin typeface="+mn-lt"/>
      </a:defRPr>
    </a:lvl4pPr>
    <a:lvl5pPr marL="1828800" lvl="4" algn="l" rtl="0">
      <a:defRPr lang="en-US" sz="1800" dirty="0">
        <a:solidFill>
          <a:schemeClr val="tx1"/>
        </a:solidFill>
        <a:latin typeface="+mn-lt"/>
      </a:defRPr>
    </a:lvl5pPr>
    <a:lvl6pPr marL="2286000" lvl="5" algn="l" rtl="0">
      <a:defRPr lang="en-US" sz="1800" dirty="0">
        <a:solidFill>
          <a:schemeClr val="tx1"/>
        </a:solidFill>
        <a:latin typeface="+mn-lt"/>
      </a:defRPr>
    </a:lvl6pPr>
    <a:lvl7pPr marL="2743200" lvl="6" algn="l" rtl="0">
      <a:defRPr lang="en-US" sz="1800" dirty="0">
        <a:solidFill>
          <a:schemeClr val="tx1"/>
        </a:solidFill>
        <a:latin typeface="+mn-lt"/>
      </a:defRPr>
    </a:lvl7pPr>
    <a:lvl8pPr marL="3200400" lvl="7" algn="l" rtl="0">
      <a:defRPr lang="en-US" sz="1800" dirty="0">
        <a:solidFill>
          <a:schemeClr val="tx1"/>
        </a:solidFill>
        <a:latin typeface="+mn-lt"/>
      </a:defRPr>
    </a:lvl8pPr>
    <a:lvl9pPr marL="3657600" lvl="8" algn="l" rtl="0">
      <a:defRPr lang="en-US" sz="1800" dirty="0">
        <a:solidFill>
          <a:schemeClr val="tx1"/>
        </a:solidFill>
        <a:latin typeface="+mn-lt"/>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183" autoAdjust="0"/>
  </p:normalViewPr>
  <p:slideViewPr>
    <p:cSldViewPr>
      <p:cViewPr varScale="1">
        <p:scale>
          <a:sx n="124" d="100"/>
          <a:sy n="124" d="100"/>
        </p:scale>
        <p:origin x="122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B65459-4C01-9248-BDAA-F28591FAF6F5}" type="datetimeFigureOut">
              <a:rPr lang="en-US" smtClean="0"/>
              <a:t>11/15/2025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327042-6B61-B148-8485-8BBBFAA13D24}" type="slidenum">
              <a:rPr lang="en-US" smtClean="0"/>
              <a:t>‹#›</a:t>
            </a:fld>
            <a:endParaRPr lang="en-US"/>
          </a:p>
        </p:txBody>
      </p:sp>
    </p:spTree>
    <p:extLst>
      <p:ext uri="{BB962C8B-B14F-4D97-AF65-F5344CB8AC3E}">
        <p14:creationId xmlns:p14="http://schemas.microsoft.com/office/powerpoint/2010/main" val="10803211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9327042-6B61-B148-8485-8BBBFAA13D24}" type="slidenum">
              <a:rPr lang="en-US" smtClean="0"/>
              <a:t>1</a:t>
            </a:fld>
            <a:endParaRPr lang="en-US"/>
          </a:p>
        </p:txBody>
      </p:sp>
    </p:spTree>
    <p:extLst>
      <p:ext uri="{BB962C8B-B14F-4D97-AF65-F5344CB8AC3E}">
        <p14:creationId xmlns:p14="http://schemas.microsoft.com/office/powerpoint/2010/main" val="23485403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9327042-6B61-B148-8485-8BBBFAA13D24}" type="slidenum">
              <a:rPr lang="en-US" smtClean="0"/>
              <a:t>2</a:t>
            </a:fld>
            <a:endParaRPr lang="en-US"/>
          </a:p>
        </p:txBody>
      </p:sp>
    </p:spTree>
    <p:extLst>
      <p:ext uri="{BB962C8B-B14F-4D97-AF65-F5344CB8AC3E}">
        <p14:creationId xmlns:p14="http://schemas.microsoft.com/office/powerpoint/2010/main" val="5421218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9327042-6B61-B148-8485-8BBBFAA13D24}" type="slidenum">
              <a:rPr lang="en-US" smtClean="0"/>
              <a:t>3</a:t>
            </a:fld>
            <a:endParaRPr lang="en-US"/>
          </a:p>
        </p:txBody>
      </p:sp>
    </p:spTree>
    <p:extLst>
      <p:ext uri="{BB962C8B-B14F-4D97-AF65-F5344CB8AC3E}">
        <p14:creationId xmlns:p14="http://schemas.microsoft.com/office/powerpoint/2010/main" val="19379908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9327042-6B61-B148-8485-8BBBFAA13D24}" type="slidenum">
              <a:rPr lang="en-US" smtClean="0"/>
              <a:t>4</a:t>
            </a:fld>
            <a:endParaRPr lang="en-US"/>
          </a:p>
        </p:txBody>
      </p:sp>
    </p:spTree>
    <p:extLst>
      <p:ext uri="{BB962C8B-B14F-4D97-AF65-F5344CB8AC3E}">
        <p14:creationId xmlns:p14="http://schemas.microsoft.com/office/powerpoint/2010/main" val="3183113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9327042-6B61-B148-8485-8BBBFAA13D24}" type="slidenum">
              <a:rPr lang="en-US" smtClean="0"/>
              <a:t>5</a:t>
            </a:fld>
            <a:endParaRPr lang="en-US"/>
          </a:p>
        </p:txBody>
      </p:sp>
    </p:spTree>
    <p:extLst>
      <p:ext uri="{BB962C8B-B14F-4D97-AF65-F5344CB8AC3E}">
        <p14:creationId xmlns:p14="http://schemas.microsoft.com/office/powerpoint/2010/main" val="8485360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9327042-6B61-B148-8485-8BBBFAA13D24}" type="slidenum">
              <a:rPr lang="en-US" smtClean="0"/>
              <a:t>7</a:t>
            </a:fld>
            <a:endParaRPr lang="en-US"/>
          </a:p>
        </p:txBody>
      </p:sp>
    </p:spTree>
    <p:extLst>
      <p:ext uri="{BB962C8B-B14F-4D97-AF65-F5344CB8AC3E}">
        <p14:creationId xmlns:p14="http://schemas.microsoft.com/office/powerpoint/2010/main" val="35751219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9327042-6B61-B148-8485-8BBBFAA13D24}" type="slidenum">
              <a:rPr lang="en-US" smtClean="0"/>
              <a:t>9</a:t>
            </a:fld>
            <a:endParaRPr lang="en-US"/>
          </a:p>
        </p:txBody>
      </p:sp>
    </p:spTree>
    <p:extLst>
      <p:ext uri="{BB962C8B-B14F-4D97-AF65-F5344CB8AC3E}">
        <p14:creationId xmlns:p14="http://schemas.microsoft.com/office/powerpoint/2010/main" val="38587409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9327042-6B61-B148-8485-8BBBFAA13D24}" type="slidenum">
              <a:rPr lang="en-US" smtClean="0"/>
              <a:t>10</a:t>
            </a:fld>
            <a:endParaRPr lang="en-US"/>
          </a:p>
        </p:txBody>
      </p:sp>
    </p:spTree>
    <p:extLst>
      <p:ext uri="{BB962C8B-B14F-4D97-AF65-F5344CB8AC3E}">
        <p14:creationId xmlns:p14="http://schemas.microsoft.com/office/powerpoint/2010/main" val="6570627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9327042-6B61-B148-8485-8BBBFAA13D24}" type="slidenum">
              <a:rPr lang="en-US" smtClean="0"/>
              <a:t>11</a:t>
            </a:fld>
            <a:endParaRPr lang="en-US"/>
          </a:p>
        </p:txBody>
      </p:sp>
    </p:spTree>
    <p:extLst>
      <p:ext uri="{BB962C8B-B14F-4D97-AF65-F5344CB8AC3E}">
        <p14:creationId xmlns:p14="http://schemas.microsoft.com/office/powerpoint/2010/main" val="33333169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9327042-6B61-B148-8485-8BBBFAA13D24}" type="slidenum">
              <a:rPr lang="en-US" smtClean="0"/>
              <a:t>12</a:t>
            </a:fld>
            <a:endParaRPr lang="en-US"/>
          </a:p>
        </p:txBody>
      </p:sp>
    </p:spTree>
    <p:extLst>
      <p:ext uri="{BB962C8B-B14F-4D97-AF65-F5344CB8AC3E}">
        <p14:creationId xmlns:p14="http://schemas.microsoft.com/office/powerpoint/2010/main" val="6892765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E0029E5A-2627-48DA-B48C-32920F5042E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9B03A48-8CED-41C6-80B2-7C6DBB6A2CEE}"/>
              </a:ext>
            </a:extLst>
          </p:cNvPr>
          <p:cNvSpPr>
            <a:spLocks noGrp="1"/>
          </p:cNvSpPr>
          <p:nvPr>
            <p:ph type="title"/>
          </p:nvPr>
        </p:nvSpPr>
        <p:spPr>
          <a:xfrm>
            <a:off x="1351643" y="2271771"/>
            <a:ext cx="6436178" cy="776702"/>
          </a:xfrm>
          <a:prstGeom prst="rect">
            <a:avLst/>
          </a:prstGeom>
        </p:spPr>
        <p:txBody>
          <a:bodyPr rtlCol="0" anchor="b"/>
          <a:lstStyle>
            <a:lvl1pPr lvl="0" algn="ctr">
              <a:defRPr lang="en-US" sz="4400" dirty="0"/>
            </a:lvl1pPr>
          </a:lstStyle>
          <a:p>
            <a:r>
              <a:rPr lang="en-US" dirty="0"/>
              <a:t>Click to edit Master title style</a:t>
            </a:r>
          </a:p>
        </p:txBody>
      </p:sp>
      <p:sp>
        <p:nvSpPr>
          <p:cNvPr id="3" name="Subtitle 2">
            <a:extLst>
              <a:ext uri="{D882E5A5-0B8A-4E44-957E-6F7F6CCC1DB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A8AF8A6-3AD6-4B50-9112-8187B2DD9878}"/>
              </a:ext>
            </a:extLst>
          </p:cNvPr>
          <p:cNvSpPr>
            <a:spLocks noGrp="1"/>
          </p:cNvSpPr>
          <p:nvPr>
            <p:ph type="subTitle" idx="1"/>
          </p:nvPr>
        </p:nvSpPr>
        <p:spPr>
          <a:xfrm>
            <a:off x="1351643" y="3056695"/>
            <a:ext cx="6436178" cy="494945"/>
          </a:xfrm>
          <a:prstGeom prst="rect">
            <a:avLst/>
          </a:prstGeom>
        </p:spPr>
        <p:txBody>
          <a:bodyPr lIns="91440" rtlCol="0" anchor="t">
            <a:noAutofit/>
          </a:bodyPr>
          <a:lstStyle>
            <a:lvl1pPr marL="0" lvl="0" indent="0" algn="ctr">
              <a:lnSpc>
                <a:spcPct val="100000"/>
              </a:lnSpc>
              <a:spcBef>
                <a:spcPts val="0"/>
              </a:spcBef>
              <a:buNone/>
              <a:defRPr lang="en-US" sz="1400" b="0" i="0" baseline="0" dirty="0">
                <a:solidFill>
                  <a:schemeClr val="accent1"/>
                </a:solidFill>
                <a:latin typeface="+mn-lt"/>
              </a:defRPr>
            </a:lvl1pPr>
            <a:lvl2pPr marL="457200" lvl="1" indent="0" algn="ctr">
              <a:buNone/>
              <a:defRPr lang="en-US" dirty="0">
                <a:solidFill>
                  <a:schemeClr val="tx1">
                    <a:tint val="75000"/>
                  </a:schemeClr>
                </a:solidFill>
              </a:defRPr>
            </a:lvl2pPr>
            <a:lvl3pPr marL="914400" lvl="2" indent="0" algn="ctr">
              <a:buNone/>
              <a:defRPr lang="en-US" dirty="0">
                <a:solidFill>
                  <a:schemeClr val="tx1">
                    <a:tint val="75000"/>
                  </a:schemeClr>
                </a:solidFill>
              </a:defRPr>
            </a:lvl3pPr>
            <a:lvl4pPr marL="1371600" lvl="3" indent="0" algn="ctr">
              <a:buNone/>
              <a:defRPr lang="en-US" dirty="0">
                <a:solidFill>
                  <a:schemeClr val="tx1">
                    <a:tint val="75000"/>
                  </a:schemeClr>
                </a:solidFill>
              </a:defRPr>
            </a:lvl4pPr>
            <a:lvl5pPr marL="1828800" lvl="4" indent="0" algn="ctr">
              <a:buNone/>
              <a:defRPr lang="en-US" dirty="0">
                <a:solidFill>
                  <a:schemeClr val="tx1">
                    <a:tint val="75000"/>
                  </a:schemeClr>
                </a:solidFill>
              </a:defRPr>
            </a:lvl5pPr>
            <a:lvl6pPr marL="2286000" lvl="5" indent="0" algn="ctr">
              <a:buNone/>
              <a:defRPr lang="en-US" dirty="0">
                <a:solidFill>
                  <a:schemeClr val="tx1">
                    <a:tint val="75000"/>
                  </a:schemeClr>
                </a:solidFill>
              </a:defRPr>
            </a:lvl6pPr>
            <a:lvl7pPr marL="2743200" lvl="6" indent="0" algn="ctr">
              <a:buNone/>
              <a:defRPr lang="en-US" dirty="0">
                <a:solidFill>
                  <a:schemeClr val="tx1">
                    <a:tint val="75000"/>
                  </a:schemeClr>
                </a:solidFill>
              </a:defRPr>
            </a:lvl7pPr>
            <a:lvl8pPr marL="3200400" lvl="7" indent="0" algn="ctr">
              <a:buNone/>
              <a:defRPr lang="en-US" dirty="0">
                <a:solidFill>
                  <a:schemeClr val="tx1">
                    <a:tint val="75000"/>
                  </a:schemeClr>
                </a:solidFill>
              </a:defRPr>
            </a:lvl8pPr>
            <a:lvl9pPr marL="3657600" lvl="8" indent="0" algn="ctr">
              <a:buNone/>
              <a:defRPr lang="en-US" dirty="0">
                <a:solidFill>
                  <a:schemeClr val="tx1">
                    <a:tint val="75000"/>
                  </a:schemeClr>
                </a:solidFill>
              </a:defRPr>
            </a:lvl9pPr>
          </a:lstStyle>
          <a:p>
            <a:r>
              <a:rPr lang="en-US" dirty="0"/>
              <a:t>Click to edit Master subtitle style</a:t>
            </a:r>
          </a:p>
        </p:txBody>
      </p:sp>
      <p:sp>
        <p:nvSpPr>
          <p:cNvPr id="4" name="Slide Number Placeholder 5">
            <a:extLst>
              <a:ext uri="{FE9F034E-2BE4-43C7-BEBD-5FF367E0C47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8CADEBA-C1B2-49F3-8387-5B86A1CE781F}"/>
              </a:ext>
            </a:extLst>
          </p:cNvPr>
          <p:cNvSpPr>
            <a:spLocks noGrp="1"/>
          </p:cNvSpPr>
          <p:nvPr>
            <p:ph type="sldNum" sz="quarter" idx="12"/>
          </p:nvPr>
        </p:nvSpPr>
        <p:spPr/>
        <p:txBody>
          <a:bodyPr rtlCol="0"/>
          <a:lstStyle>
            <a:lvl1pPr lvl="0"/>
          </a:lstStyle>
          <a:p>
            <a:r>
              <a:rPr lang="en-US" dirty="0"/>
              <a:t>&lt;#&gt;</a:t>
            </a:r>
          </a:p>
        </p:txBody>
      </p:sp>
      <p:sp>
        <p:nvSpPr>
          <p:cNvPr id="5" name="Footer Placeholder 4">
            <a:extLst>
              <a:ext uri="{4FD594AC-7900-4128-917E-D26921C161A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9D392928-E326-4B21-A771-29A01CE79925}"/>
              </a:ext>
            </a:extLst>
          </p:cNvPr>
          <p:cNvSpPr>
            <a:spLocks noGrp="1"/>
          </p:cNvSpPr>
          <p:nvPr>
            <p:ph type="ftr" sz="quarter" idx="11"/>
          </p:nvPr>
        </p:nvSpPr>
        <p:spPr/>
        <p:txBody>
          <a:bodyPr rtlCol="0"/>
          <a:lstStyle>
            <a:lvl1pPr lvl="0"/>
          </a:lstStyle>
          <a:p>
            <a:r>
              <a:rPr lang="en-US" dirty="0"/>
              <a:t>Footer</a:t>
            </a:r>
          </a:p>
        </p:txBody>
      </p:sp>
      <p:sp>
        <p:nvSpPr>
          <p:cNvPr id="6" name="Date Placeholder 3">
            <a:extLst>
              <a:ext uri="{D118B2E0-3C69-4316-9D70-5DF5F23EFB5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9E8917A-81BF-49DC-93DD-B9366DBFDDEA}"/>
              </a:ext>
            </a:extLst>
          </p:cNvPr>
          <p:cNvSpPr>
            <a:spLocks noGrp="1"/>
          </p:cNvSpPr>
          <p:nvPr>
            <p:ph type="dt" sz="half" idx="10"/>
          </p:nvPr>
        </p:nvSpPr>
        <p:spPr/>
        <p:txBody>
          <a:bodyPr rtlCol="0"/>
          <a:lstStyle>
            <a:lvl1pPr lvl="0"/>
          </a:lstStyle>
          <a:p>
            <a:r>
              <a:rPr lang="en-US" dirty="0"/>
              <a:t>Date</a:t>
            </a:r>
          </a:p>
        </p:txBody>
      </p:sp>
    </p:spTree>
    <p:extLst>
      <p:ext uri="{55AD77E3-1773-47E6-9F98-CF75CADE7AC4}">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31367180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7">
            <a:extLst>
              <a:ext uri="{D79D0F06-C5E0-41FF-9A32-CD2758280E2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B6F22F4-3521-428A-9590-3CACDD97A7CF}"/>
              </a:ext>
            </a:extLst>
          </p:cNvPr>
          <p:cNvSpPr>
            <a:spLocks noGrp="1"/>
          </p:cNvSpPr>
          <p:nvPr>
            <p:ph type="title"/>
          </p:nvPr>
        </p:nvSpPr>
        <p:spPr/>
        <p:txBody>
          <a:bodyPr rtlCol="0"/>
          <a:lstStyle>
            <a:lvl1pPr lvl="0"/>
          </a:lstStyle>
          <a:p>
            <a:r>
              <a:rPr lang="en-US" dirty="0"/>
              <a:t>Click to edit Master title style</a:t>
            </a:r>
          </a:p>
        </p:txBody>
      </p:sp>
      <p:sp>
        <p:nvSpPr>
          <p:cNvPr id="3" name="Content Placeholder 2">
            <a:extLst>
              <a:ext uri="{46E1BDB3-2909-4EA8-A61E-4A1A0D0AEA9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748DA6A-713E-49B5-891A-709CF105DF51}"/>
              </a:ext>
            </a:extLst>
          </p:cNvPr>
          <p:cNvSpPr>
            <a:spLocks noGrp="1"/>
          </p:cNvSpPr>
          <p:nvPr>
            <p:ph idx="1"/>
          </p:nvPr>
        </p:nvSpPr>
        <p:spPr/>
        <p:txBody>
          <a:bodyPr rtlCol="0"/>
          <a:lstStyle>
            <a:lvl1pPr lvl="0"/>
            <a:lvl2pPr lvl="1"/>
            <a:lvl3pPr lvl="2"/>
            <a:lvl4pPr lvl="3"/>
            <a:lvl5pPr lvl="4"/>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4">
            <a:extLst>
              <a:ext uri="{6B7FB720-CFC2-461A-A62D-5D6E4758CFBB}">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48470E2-B121-4789-9CB1-BD1C2A004919}"/>
              </a:ext>
            </a:extLst>
          </p:cNvPr>
          <p:cNvSpPr>
            <a:spLocks noGrp="1"/>
          </p:cNvSpPr>
          <p:nvPr>
            <p:ph type="sldNum" sz="quarter" idx="12"/>
          </p:nvPr>
        </p:nvSpPr>
        <p:spPr/>
        <p:txBody>
          <a:bodyPr rtlCol="0"/>
          <a:lstStyle/>
          <a:p>
            <a:r>
              <a:rPr lang="en-US" dirty="0"/>
              <a:t>&lt;#&gt;</a:t>
            </a:r>
          </a:p>
        </p:txBody>
      </p:sp>
      <p:sp>
        <p:nvSpPr>
          <p:cNvPr id="5" name="Footer Placeholder 3">
            <a:extLst>
              <a:ext uri="{85165381-C7B9-4016-A59A-C58FE1BD362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617E0F9-0001-44D8-AA22-032F7507ED94}"/>
              </a:ext>
            </a:extLst>
          </p:cNvPr>
          <p:cNvSpPr>
            <a:spLocks noGrp="1"/>
          </p:cNvSpPr>
          <p:nvPr>
            <p:ph type="ftr" sz="quarter" idx="11"/>
          </p:nvPr>
        </p:nvSpPr>
        <p:spPr/>
        <p:txBody>
          <a:bodyPr rtlCol="0"/>
          <a:lstStyle/>
          <a:p>
            <a:r>
              <a:rPr lang="en-US" dirty="0"/>
              <a:t>Footer</a:t>
            </a:r>
          </a:p>
        </p:txBody>
      </p:sp>
      <p:sp>
        <p:nvSpPr>
          <p:cNvPr id="6" name="Date Placeholder 1">
            <a:extLst>
              <a:ext uri="{384C0600-EF18-4CA9-9829-4D23016AFF5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8E85DA8-2810-4668-B31A-9F480F0BBBBB}"/>
              </a:ext>
            </a:extLst>
          </p:cNvPr>
          <p:cNvSpPr>
            <a:spLocks noGrp="1"/>
          </p:cNvSpPr>
          <p:nvPr>
            <p:ph type="dt" sz="half" idx="10"/>
          </p:nvPr>
        </p:nvSpPr>
        <p:spPr/>
        <p:txBody>
          <a:bodyPr rtlCol="0"/>
          <a:lstStyle/>
          <a:p>
            <a:r>
              <a:rPr lang="en-US" dirty="0"/>
              <a:t>Date</a:t>
            </a:r>
          </a:p>
        </p:txBody>
      </p:sp>
    </p:spTree>
    <p:extLst>
      <p:ext uri="{5A55E682-4E70-41F6-850E-7659123A7B5A}">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31367180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ext Placeholder 2">
            <a:extLst>
              <a:ext uri="{8CA89CB0-2E4D-4673-8594-05987282B2D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3F39AB6-E8DE-49D9-9AA9-4AA58E567974}"/>
              </a:ext>
            </a:extLst>
          </p:cNvPr>
          <p:cNvSpPr>
            <a:spLocks noGrp="1"/>
          </p:cNvSpPr>
          <p:nvPr>
            <p:ph type="body"/>
          </p:nvPr>
        </p:nvSpPr>
        <p:spPr>
          <a:xfrm>
            <a:off x="762000" y="2192059"/>
            <a:ext cx="7620000" cy="511812"/>
          </a:xfrm>
          <a:prstGeom prst="rect">
            <a:avLst/>
          </a:prstGeom>
        </p:spPr>
        <p:txBody>
          <a:bodyPr rtlCol="0" anchor="b">
            <a:normAutofit/>
          </a:bodyPr>
          <a:lstStyle>
            <a:lvl1pPr marL="0" lvl="0" indent="0">
              <a:lnSpc>
                <a:spcPct val="100000"/>
              </a:lnSpc>
              <a:buNone/>
              <a:defRPr lang="en-US" sz="1400" b="0" i="0" dirty="0">
                <a:solidFill>
                  <a:schemeClr val="accent1"/>
                </a:solidFill>
                <a:latin typeface="+mn-lt"/>
              </a:defRPr>
            </a:lvl1pPr>
            <a:lvl2pPr marL="457200" lvl="1" indent="0">
              <a:buNone/>
              <a:defRPr lang="en-US" sz="1800" dirty="0">
                <a:solidFill>
                  <a:schemeClr val="tx1">
                    <a:tint val="75000"/>
                  </a:schemeClr>
                </a:solidFill>
              </a:defRPr>
            </a:lvl2pPr>
            <a:lvl3pPr marL="914400" lvl="2" indent="0">
              <a:buNone/>
              <a:defRPr lang="en-US" sz="1600" dirty="0">
                <a:solidFill>
                  <a:schemeClr val="tx1">
                    <a:tint val="75000"/>
                  </a:schemeClr>
                </a:solidFill>
              </a:defRPr>
            </a:lvl3pPr>
            <a:lvl4pPr marL="1371600" lvl="3" indent="0">
              <a:buNone/>
              <a:defRPr lang="en-US" sz="1400" dirty="0">
                <a:solidFill>
                  <a:schemeClr val="tx1">
                    <a:tint val="75000"/>
                  </a:schemeClr>
                </a:solidFill>
              </a:defRPr>
            </a:lvl4pPr>
            <a:lvl5pPr marL="1828800" lvl="4" indent="0">
              <a:buNone/>
              <a:defRPr lang="en-US" sz="1400" dirty="0">
                <a:solidFill>
                  <a:schemeClr val="tx1">
                    <a:tint val="75000"/>
                  </a:schemeClr>
                </a:solidFill>
              </a:defRPr>
            </a:lvl5pPr>
            <a:lvl6pPr marL="2286000" lvl="5" indent="0">
              <a:buNone/>
              <a:defRPr lang="en-US" sz="1400" dirty="0">
                <a:solidFill>
                  <a:schemeClr val="tx1">
                    <a:tint val="75000"/>
                  </a:schemeClr>
                </a:solidFill>
              </a:defRPr>
            </a:lvl6pPr>
            <a:lvl7pPr marL="2743200" lvl="6" indent="0">
              <a:buNone/>
              <a:defRPr lang="en-US" sz="1400" dirty="0">
                <a:solidFill>
                  <a:schemeClr val="tx1">
                    <a:tint val="75000"/>
                  </a:schemeClr>
                </a:solidFill>
              </a:defRPr>
            </a:lvl7pPr>
            <a:lvl8pPr marL="3200400" lvl="7" indent="0">
              <a:buNone/>
              <a:defRPr lang="en-US" sz="1400" dirty="0">
                <a:solidFill>
                  <a:schemeClr val="tx1">
                    <a:tint val="75000"/>
                  </a:schemeClr>
                </a:solidFill>
              </a:defRPr>
            </a:lvl8pPr>
            <a:lvl9pPr marL="3657600" lvl="8" indent="0">
              <a:buNone/>
              <a:defRPr lang="en-US" sz="1400" dirty="0">
                <a:solidFill>
                  <a:schemeClr val="tx1">
                    <a:tint val="75000"/>
                  </a:schemeClr>
                </a:solidFill>
              </a:defRPr>
            </a:lvl9pPr>
          </a:lstStyle>
          <a:p>
            <a:pPr lvl="0"/>
            <a:r>
              <a:rPr lang="en-US" dirty="0"/>
              <a:t>Click to edit Master text styles</a:t>
            </a:r>
          </a:p>
        </p:txBody>
      </p:sp>
      <p:sp>
        <p:nvSpPr>
          <p:cNvPr id="3" name="Title 1">
            <a:extLst>
              <a:ext uri="{5B6A040F-6EFE-4FAD-B106-30A657D10D5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387FEB9-F6C2-4A9E-AAE4-343071689453}"/>
              </a:ext>
            </a:extLst>
          </p:cNvPr>
          <p:cNvSpPr>
            <a:spLocks noGrp="1"/>
          </p:cNvSpPr>
          <p:nvPr>
            <p:ph type="title" idx="1"/>
          </p:nvPr>
        </p:nvSpPr>
        <p:spPr>
          <a:xfrm>
            <a:off x="762000" y="2735662"/>
            <a:ext cx="7620000" cy="882263"/>
          </a:xfrm>
          <a:prstGeom prst="rect">
            <a:avLst/>
          </a:prstGeom>
        </p:spPr>
        <p:txBody>
          <a:bodyPr rtlCol="0" anchor="t"/>
          <a:lstStyle>
            <a:lvl1pPr lvl="0">
              <a:defRPr lang="en-US" sz="4000" dirty="0"/>
            </a:lvl1pPr>
          </a:lstStyle>
          <a:p>
            <a:r>
              <a:rPr lang="en-US" dirty="0"/>
              <a:t>Click to edit Master title style</a:t>
            </a:r>
          </a:p>
        </p:txBody>
      </p:sp>
      <p:sp>
        <p:nvSpPr>
          <p:cNvPr id="4" name="Slide Number Placeholder 5">
            <a:extLst>
              <a:ext uri="{E01FC1C9-2909-49E3-88CC-7010258B6A3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9362EFD-1888-4163-8212-FD364717E6F4}"/>
              </a:ext>
            </a:extLst>
          </p:cNvPr>
          <p:cNvSpPr>
            <a:spLocks noGrp="1"/>
          </p:cNvSpPr>
          <p:nvPr>
            <p:ph type="sldNum" sz="quarter" idx="12"/>
          </p:nvPr>
        </p:nvSpPr>
        <p:spPr/>
        <p:txBody>
          <a:bodyPr rtlCol="0"/>
          <a:lstStyle>
            <a:lvl1pPr lvl="0"/>
          </a:lstStyle>
          <a:p>
            <a:r>
              <a:rPr lang="en-US" dirty="0"/>
              <a:t>&lt;#&gt;</a:t>
            </a:r>
          </a:p>
        </p:txBody>
      </p:sp>
      <p:sp>
        <p:nvSpPr>
          <p:cNvPr id="5" name="Footer Placeholder 4">
            <a:extLst>
              <a:ext uri="{C8F850AA-13C4-4D26-840E-F378E44B374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D193C7C-BB41-4A31-9754-1CBF6182207E}"/>
              </a:ext>
            </a:extLst>
          </p:cNvPr>
          <p:cNvSpPr>
            <a:spLocks noGrp="1"/>
          </p:cNvSpPr>
          <p:nvPr>
            <p:ph type="ftr" sz="quarter" idx="11"/>
          </p:nvPr>
        </p:nvSpPr>
        <p:spPr/>
        <p:txBody>
          <a:bodyPr rtlCol="0"/>
          <a:lstStyle>
            <a:lvl1pPr lvl="0"/>
          </a:lstStyle>
          <a:p>
            <a:r>
              <a:rPr lang="en-US" dirty="0"/>
              <a:t>Footer</a:t>
            </a:r>
          </a:p>
        </p:txBody>
      </p:sp>
      <p:sp>
        <p:nvSpPr>
          <p:cNvPr id="6" name="Date Placeholder 3">
            <a:extLst>
              <a:ext uri="{7494FBEF-B9D8-4718-B831-B59DD706359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6628DCE-589F-417F-B8A2-954EEB502DD9}"/>
              </a:ext>
            </a:extLst>
          </p:cNvPr>
          <p:cNvSpPr>
            <a:spLocks noGrp="1"/>
          </p:cNvSpPr>
          <p:nvPr>
            <p:ph type="dt" sz="half" idx="10"/>
          </p:nvPr>
        </p:nvSpPr>
        <p:spPr/>
        <p:txBody>
          <a:bodyPr rtlCol="0"/>
          <a:lstStyle>
            <a:lvl1pPr lvl="0"/>
          </a:lstStyle>
          <a:p>
            <a:r>
              <a:rPr lang="en-US" dirty="0"/>
              <a:t>Date</a:t>
            </a:r>
          </a:p>
        </p:txBody>
      </p:sp>
    </p:spTree>
    <p:extLst>
      <p:ext uri="{1CF534E6-0A3D-480D-900F-4DF721C7CD97}">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3136718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8700F842-55A4-43D2-B491-8984FE73658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5AE27F5-7002-4461-80D7-ED8CD55DB51A}"/>
              </a:ext>
            </a:extLst>
          </p:cNvPr>
          <p:cNvSpPr>
            <a:spLocks noGrp="1"/>
          </p:cNvSpPr>
          <p:nvPr>
            <p:ph type="title"/>
          </p:nvPr>
        </p:nvSpPr>
        <p:spPr/>
        <p:txBody>
          <a:bodyPr rtlCol="0"/>
          <a:lstStyle>
            <a:lvl1pPr lvl="0"/>
          </a:lstStyle>
          <a:p>
            <a:r>
              <a:rPr lang="en-US" dirty="0"/>
              <a:t>Click to edit Master title style</a:t>
            </a:r>
          </a:p>
        </p:txBody>
      </p:sp>
      <p:sp>
        <p:nvSpPr>
          <p:cNvPr id="3" name="Content Placeholder 2">
            <a:extLst>
              <a:ext uri="{49028D34-42DA-435B-BCB7-480802A5292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DCFCD30-C7FF-471F-91E0-4AAA8BD76B12}"/>
              </a:ext>
            </a:extLst>
          </p:cNvPr>
          <p:cNvSpPr>
            <a:spLocks noGrp="1"/>
          </p:cNvSpPr>
          <p:nvPr>
            <p:ph idx="1"/>
          </p:nvPr>
        </p:nvSpPr>
        <p:spPr>
          <a:xfrm>
            <a:off x="762000" y="1403352"/>
            <a:ext cx="3619500" cy="3069050"/>
          </a:xfrm>
        </p:spPr>
        <p:txBody>
          <a:bodyPr rtlCol="0"/>
          <a:lstStyle>
            <a:lvl1pPr lvl="0"/>
            <a:lvl2pPr lvl="1"/>
            <a:lvl3pPr lvl="2"/>
            <a:lvl4pPr lvl="3"/>
            <a:lvl5pPr lvl="4"/>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2">
            <a:extLst>
              <a:ext uri="{97FF4B6E-D009-4EB1-9046-217ABEB69BD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DDEAB43-67E0-4B13-B4F1-BE724EAE1582}"/>
              </a:ext>
            </a:extLst>
          </p:cNvPr>
          <p:cNvSpPr>
            <a:spLocks noGrp="1"/>
          </p:cNvSpPr>
          <p:nvPr>
            <p:ph idx="2"/>
          </p:nvPr>
        </p:nvSpPr>
        <p:spPr>
          <a:xfrm>
            <a:off x="4752975" y="1403352"/>
            <a:ext cx="3619500" cy="3069050"/>
          </a:xfrm>
        </p:spPr>
        <p:txBody>
          <a:bodyPr rtlCol="0"/>
          <a:lstStyle>
            <a:lvl1pPr lvl="0"/>
            <a:lvl2pPr lvl="1"/>
            <a:lvl3pPr lvl="2"/>
            <a:lvl4pPr lvl="3"/>
            <a:lvl5pPr lvl="4"/>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6">
            <a:extLst>
              <a:ext uri="{B2BBE3ED-0CFD-4F01-BBBA-266084F573CB}">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4275A1E-ED3C-4244-A905-1A904EDCE3BF}"/>
              </a:ext>
            </a:extLst>
          </p:cNvPr>
          <p:cNvSpPr>
            <a:spLocks noGrp="1"/>
          </p:cNvSpPr>
          <p:nvPr>
            <p:ph type="sldNum" sz="quarter" idx="12"/>
          </p:nvPr>
        </p:nvSpPr>
        <p:spPr/>
        <p:txBody>
          <a:bodyPr rtlCol="0"/>
          <a:lstStyle/>
          <a:p>
            <a:r>
              <a:rPr lang="en-US" dirty="0"/>
              <a:t>&lt;#&gt;</a:t>
            </a:r>
          </a:p>
        </p:txBody>
      </p:sp>
      <p:sp>
        <p:nvSpPr>
          <p:cNvPr id="6" name="Footer Placeholder 5">
            <a:extLst>
              <a:ext uri="{B6E58C38-AB61-494E-A3F5-A9D5E19C012B}">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E5E0C60-121D-4783-A8AB-317D8DF46AD1}"/>
              </a:ext>
            </a:extLst>
          </p:cNvPr>
          <p:cNvSpPr>
            <a:spLocks noGrp="1"/>
          </p:cNvSpPr>
          <p:nvPr>
            <p:ph type="ftr" sz="quarter" idx="11"/>
          </p:nvPr>
        </p:nvSpPr>
        <p:spPr/>
        <p:txBody>
          <a:bodyPr rtlCol="0"/>
          <a:lstStyle/>
          <a:p>
            <a:r>
              <a:rPr lang="en-US" dirty="0"/>
              <a:t>Footer</a:t>
            </a:r>
          </a:p>
        </p:txBody>
      </p:sp>
      <p:sp>
        <p:nvSpPr>
          <p:cNvPr id="7" name="Date Placeholder 4">
            <a:extLst>
              <a:ext uri="{BA6E6889-D29B-4F59-98D6-A28CD39E8D8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7365199-8D7B-420F-9305-A8EFF840897F}"/>
              </a:ext>
            </a:extLst>
          </p:cNvPr>
          <p:cNvSpPr>
            <a:spLocks noGrp="1"/>
          </p:cNvSpPr>
          <p:nvPr>
            <p:ph type="dt" sz="half" idx="10"/>
          </p:nvPr>
        </p:nvSpPr>
        <p:spPr/>
        <p:txBody>
          <a:bodyPr rtlCol="0"/>
          <a:lstStyle/>
          <a:p>
            <a:r>
              <a:rPr lang="en-US" dirty="0"/>
              <a:t>Date</a:t>
            </a:r>
          </a:p>
        </p:txBody>
      </p:sp>
    </p:spTree>
    <p:extLst>
      <p:ext uri="{ACB836B6-D24E-4A33-9652-9FDF358A80B8}">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31367180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ext Placeholder 2">
            <a:extLst>
              <a:ext uri="{AFE7BD80-AE2A-433B-8997-1C3EC6445EE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A134130-F077-4CBC-95CA-CD6B28F7F715}"/>
              </a:ext>
            </a:extLst>
          </p:cNvPr>
          <p:cNvSpPr>
            <a:spLocks noGrp="1"/>
          </p:cNvSpPr>
          <p:nvPr>
            <p:ph type="body"/>
          </p:nvPr>
        </p:nvSpPr>
        <p:spPr>
          <a:xfrm>
            <a:off x="762000" y="1400175"/>
            <a:ext cx="3619500" cy="540644"/>
          </a:xfrm>
          <a:prstGeom prst="rect">
            <a:avLst/>
          </a:prstGeom>
        </p:spPr>
        <p:txBody>
          <a:bodyPr rtlCol="0" anchor="ctr">
            <a:normAutofit/>
          </a:bodyPr>
          <a:lstStyle>
            <a:lvl1pPr marL="0" lvl="0" indent="0">
              <a:buNone/>
              <a:defRPr lang="en-US" sz="1600" b="0" i="0" cap="none" dirty="0">
                <a:solidFill>
                  <a:schemeClr val="accent1"/>
                </a:solidFill>
                <a:latin typeface="+mn-lt"/>
              </a:defRPr>
            </a:lvl1pPr>
            <a:lvl2pPr marL="457200" lvl="1" indent="0">
              <a:buNone/>
              <a:defRPr lang="en-US" sz="2000" b="1" dirty="0">
                <a:latin typeface="+mn-lt"/>
              </a:defRPr>
            </a:lvl2pPr>
            <a:lvl3pPr marL="914400" lvl="2" indent="0">
              <a:buNone/>
              <a:defRPr lang="en-US" sz="1800" b="1" dirty="0">
                <a:latin typeface="+mn-lt"/>
              </a:defRPr>
            </a:lvl3pPr>
            <a:lvl4pPr marL="1371600" lvl="3" indent="0">
              <a:buNone/>
              <a:defRPr lang="en-US" sz="1600" b="1" dirty="0">
                <a:latin typeface="+mn-lt"/>
              </a:defRPr>
            </a:lvl4pPr>
            <a:lvl5pPr marL="1828800" lvl="4" indent="0">
              <a:buNone/>
              <a:defRPr lang="en-US" sz="1600" b="1" dirty="0">
                <a:latin typeface="+mn-lt"/>
              </a:defRPr>
            </a:lvl5pPr>
            <a:lvl6pPr marL="2286000" lvl="5" indent="0">
              <a:buNone/>
              <a:defRPr lang="en-US" sz="1600" b="1" dirty="0">
                <a:latin typeface="+mn-lt"/>
              </a:defRPr>
            </a:lvl6pPr>
            <a:lvl7pPr marL="2743200" lvl="6" indent="0">
              <a:buNone/>
              <a:defRPr lang="en-US" sz="1600" b="1" dirty="0">
                <a:latin typeface="+mn-lt"/>
              </a:defRPr>
            </a:lvl7pPr>
            <a:lvl8pPr marL="3200400" lvl="7" indent="0">
              <a:buNone/>
              <a:defRPr lang="en-US" sz="1600" b="1" dirty="0">
                <a:latin typeface="+mn-lt"/>
              </a:defRPr>
            </a:lvl8pPr>
            <a:lvl9pPr marL="3657600" lvl="8" indent="0">
              <a:buNone/>
              <a:defRPr lang="en-US" sz="1600" b="1" dirty="0">
                <a:latin typeface="+mn-lt"/>
              </a:defRPr>
            </a:lvl9pPr>
          </a:lstStyle>
          <a:p>
            <a:pPr lvl="0"/>
            <a:r>
              <a:rPr lang="en-US" dirty="0"/>
              <a:t>Click to edit Master text styles</a:t>
            </a:r>
          </a:p>
        </p:txBody>
      </p:sp>
      <p:sp>
        <p:nvSpPr>
          <p:cNvPr id="3" name="Text Placeholder 4">
            <a:extLst>
              <a:ext uri="{9B8ADC9B-9171-4844-809C-51420F148A6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08DF7EC-EAFD-45A8-A673-00BC0DF3D533}"/>
              </a:ext>
            </a:extLst>
          </p:cNvPr>
          <p:cNvSpPr>
            <a:spLocks noGrp="1"/>
          </p:cNvSpPr>
          <p:nvPr>
            <p:ph type="body" idx="1"/>
          </p:nvPr>
        </p:nvSpPr>
        <p:spPr>
          <a:xfrm>
            <a:off x="4754717" y="1400175"/>
            <a:ext cx="3619500" cy="540644"/>
          </a:xfrm>
          <a:prstGeom prst="rect">
            <a:avLst/>
          </a:prstGeom>
        </p:spPr>
        <p:txBody>
          <a:bodyPr rtlCol="0" anchor="ctr">
            <a:normAutofit/>
          </a:bodyPr>
          <a:lstStyle>
            <a:lvl1pPr marL="0" lvl="0" indent="0">
              <a:buNone/>
              <a:defRPr lang="en-US" sz="1600" b="0" i="0" cap="none" dirty="0">
                <a:solidFill>
                  <a:schemeClr val="accent1"/>
                </a:solidFill>
                <a:latin typeface="+mn-lt"/>
              </a:defRPr>
            </a:lvl1pPr>
            <a:lvl2pPr marL="457200" lvl="1" indent="0">
              <a:buNone/>
              <a:defRPr lang="en-US" sz="2000" b="1" dirty="0">
                <a:latin typeface="+mn-lt"/>
              </a:defRPr>
            </a:lvl2pPr>
            <a:lvl3pPr marL="914400" lvl="2" indent="0">
              <a:buNone/>
              <a:defRPr lang="en-US" sz="1800" b="1" dirty="0">
                <a:latin typeface="+mn-lt"/>
              </a:defRPr>
            </a:lvl3pPr>
            <a:lvl4pPr marL="1371600" lvl="3" indent="0">
              <a:buNone/>
              <a:defRPr lang="en-US" sz="1600" b="1" dirty="0">
                <a:latin typeface="+mn-lt"/>
              </a:defRPr>
            </a:lvl4pPr>
            <a:lvl5pPr marL="1828800" lvl="4" indent="0">
              <a:buNone/>
              <a:defRPr lang="en-US" sz="1600" b="1" dirty="0">
                <a:latin typeface="+mn-lt"/>
              </a:defRPr>
            </a:lvl5pPr>
            <a:lvl6pPr marL="2286000" lvl="5" indent="0">
              <a:buNone/>
              <a:defRPr lang="en-US" sz="1600" b="1" dirty="0">
                <a:latin typeface="+mn-lt"/>
              </a:defRPr>
            </a:lvl6pPr>
            <a:lvl7pPr marL="2743200" lvl="6" indent="0">
              <a:buNone/>
              <a:defRPr lang="en-US" sz="1600" b="1" dirty="0">
                <a:latin typeface="+mn-lt"/>
              </a:defRPr>
            </a:lvl7pPr>
            <a:lvl8pPr marL="3200400" lvl="7" indent="0">
              <a:buNone/>
              <a:defRPr lang="en-US" sz="1600" b="1" dirty="0">
                <a:latin typeface="+mn-lt"/>
              </a:defRPr>
            </a:lvl8pPr>
            <a:lvl9pPr marL="3657600" lvl="8" indent="0">
              <a:buNone/>
              <a:defRPr lang="en-US" sz="1600" b="1" dirty="0">
                <a:latin typeface="+mn-lt"/>
              </a:defRPr>
            </a:lvl9pPr>
          </a:lstStyle>
          <a:p>
            <a:pPr lvl="0"/>
            <a:r>
              <a:rPr lang="en-US" dirty="0"/>
              <a:t>Click to edit Master text styles</a:t>
            </a:r>
          </a:p>
        </p:txBody>
      </p:sp>
      <p:sp>
        <p:nvSpPr>
          <p:cNvPr id="4" name="Content Placeholder 2">
            <a:extLst>
              <a:ext uri="{24436C71-03A3-4E4B-90CC-F4B15D59DE4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0449105-C392-4089-853B-3867E4B3D2DB}"/>
              </a:ext>
            </a:extLst>
          </p:cNvPr>
          <p:cNvSpPr>
            <a:spLocks noGrp="1"/>
          </p:cNvSpPr>
          <p:nvPr>
            <p:ph idx="2"/>
          </p:nvPr>
        </p:nvSpPr>
        <p:spPr>
          <a:xfrm>
            <a:off x="762000" y="1961537"/>
            <a:ext cx="3619500" cy="2510865"/>
          </a:xfrm>
        </p:spPr>
        <p:txBody>
          <a:bodyPr rtlCol="0"/>
          <a:lstStyle>
            <a:lvl1pPr lvl="0"/>
            <a:lvl2pPr lvl="1"/>
            <a:lvl3pPr lvl="2"/>
            <a:lvl4pPr lvl="3"/>
            <a:lvl5pPr lvl="4"/>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349D437-FCCA-40E5-BC47-F6069DED807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ADFA498-772E-4F3D-803C-19522C8013B1}"/>
              </a:ext>
            </a:extLst>
          </p:cNvPr>
          <p:cNvSpPr>
            <a:spLocks noGrp="1"/>
          </p:cNvSpPr>
          <p:nvPr>
            <p:ph type="title" idx="3"/>
          </p:nvPr>
        </p:nvSpPr>
        <p:spPr/>
        <p:txBody>
          <a:bodyPr rtlCol="0"/>
          <a:lstStyle>
            <a:lvl1pPr lvl="0"/>
          </a:lstStyle>
          <a:p>
            <a:r>
              <a:rPr lang="en-US" dirty="0"/>
              <a:t>Click to edit Master title style</a:t>
            </a:r>
          </a:p>
        </p:txBody>
      </p:sp>
      <p:sp>
        <p:nvSpPr>
          <p:cNvPr id="6" name="Content Placeholder 2">
            <a:extLst>
              <a:ext uri="{5E379EDA-574C-490D-AB48-3D90434B807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FD2921D-18AE-4F98-BACE-9554C1128517}"/>
              </a:ext>
            </a:extLst>
          </p:cNvPr>
          <p:cNvSpPr>
            <a:spLocks noGrp="1"/>
          </p:cNvSpPr>
          <p:nvPr>
            <p:ph idx="4"/>
          </p:nvPr>
        </p:nvSpPr>
        <p:spPr>
          <a:xfrm>
            <a:off x="4751443" y="1961537"/>
            <a:ext cx="3619500" cy="2510865"/>
          </a:xfrm>
        </p:spPr>
        <p:txBody>
          <a:bodyPr rtlCol="0"/>
          <a:lstStyle>
            <a:lvl1pPr lvl="0"/>
            <a:lvl2pPr lvl="1"/>
            <a:lvl3pPr lvl="2"/>
            <a:lvl4pPr lvl="3"/>
            <a:lvl5pPr lvl="4"/>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4">
            <a:extLst>
              <a:ext uri="{56D2F3D1-EC0A-4581-ADA1-288C4C81C4B3}">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F63D4C7-C363-43AA-B5AB-9CC9680FCE94}"/>
              </a:ext>
            </a:extLst>
          </p:cNvPr>
          <p:cNvSpPr>
            <a:spLocks noGrp="1"/>
          </p:cNvSpPr>
          <p:nvPr>
            <p:ph type="dt" sz="half" idx="10"/>
          </p:nvPr>
        </p:nvSpPr>
        <p:spPr/>
        <p:txBody>
          <a:bodyPr rtlCol="0"/>
          <a:lstStyle/>
          <a:p>
            <a:r>
              <a:rPr lang="en-US" dirty="0"/>
              <a:t>Date</a:t>
            </a:r>
          </a:p>
        </p:txBody>
      </p:sp>
      <p:sp>
        <p:nvSpPr>
          <p:cNvPr id="8" name="Footer Placeholder 5">
            <a:extLst>
              <a:ext uri="{B86FDF3A-03A7-463E-B5CB-B6F6E4DF983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906B347-8ED2-433B-B50E-012837CA6C7F}"/>
              </a:ext>
            </a:extLst>
          </p:cNvPr>
          <p:cNvSpPr>
            <a:spLocks noGrp="1"/>
          </p:cNvSpPr>
          <p:nvPr>
            <p:ph type="ftr" sz="quarter" idx="11"/>
          </p:nvPr>
        </p:nvSpPr>
        <p:spPr/>
        <p:txBody>
          <a:bodyPr rtlCol="0"/>
          <a:lstStyle/>
          <a:p>
            <a:r>
              <a:rPr lang="en-US" dirty="0"/>
              <a:t>Footer</a:t>
            </a:r>
          </a:p>
        </p:txBody>
      </p:sp>
      <p:sp>
        <p:nvSpPr>
          <p:cNvPr id="9" name="Slide Number Placeholder 6">
            <a:extLst>
              <a:ext uri="{55165E95-755A-4C1C-8499-3CF0616FC8B3}">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53C9058-EBED-4218-A8CB-67BE062FC3B1}"/>
              </a:ext>
            </a:extLst>
          </p:cNvPr>
          <p:cNvSpPr>
            <a:spLocks noGrp="1"/>
          </p:cNvSpPr>
          <p:nvPr>
            <p:ph type="sldNum" sz="quarter" idx="12"/>
          </p:nvPr>
        </p:nvSpPr>
        <p:spPr/>
        <p:txBody>
          <a:bodyPr rtlCol="0"/>
          <a:lstStyle/>
          <a:p>
            <a:r>
              <a:rPr lang="en-US" dirty="0"/>
              <a:t>&lt;#&gt;</a:t>
            </a:r>
          </a:p>
        </p:txBody>
      </p:sp>
    </p:spTree>
    <p:extLst>
      <p:ext uri="{B2C3E6AA-0798-4D85-AAC6-C225FDEC64C7}">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3136718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C9E33DBC-5492-4893-9F14-1BD183827AA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B977801-5956-4BBB-8E75-C65B45D03314}"/>
              </a:ext>
            </a:extLst>
          </p:cNvPr>
          <p:cNvSpPr>
            <a:spLocks noGrp="1"/>
          </p:cNvSpPr>
          <p:nvPr>
            <p:ph type="title"/>
          </p:nvPr>
        </p:nvSpPr>
        <p:spPr>
          <a:xfrm>
            <a:off x="762000" y="1914525"/>
            <a:ext cx="7620000" cy="857250"/>
          </a:xfrm>
        </p:spPr>
        <p:txBody>
          <a:bodyPr rtlCol="0" anchor="ctr"/>
          <a:lstStyle>
            <a:lvl1pPr lvl="0" algn="ctr">
              <a:defRPr lang="en-US" sz="3600" dirty="0"/>
            </a:lvl1pPr>
          </a:lstStyle>
          <a:p>
            <a:r>
              <a:rPr lang="en-US" dirty="0"/>
              <a:t>Click to edit Master title style</a:t>
            </a:r>
          </a:p>
        </p:txBody>
      </p:sp>
      <p:sp>
        <p:nvSpPr>
          <p:cNvPr id="3" name="Slide Number Placeholder 3">
            <a:extLst>
              <a:ext uri="{55718D66-A69E-41B5-8BFF-AE2CA0DF31F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610126A-EE14-4230-8689-64F1729C5A03}"/>
              </a:ext>
            </a:extLst>
          </p:cNvPr>
          <p:cNvSpPr>
            <a:spLocks noGrp="1"/>
          </p:cNvSpPr>
          <p:nvPr>
            <p:ph type="sldNum" sz="quarter" idx="12"/>
          </p:nvPr>
        </p:nvSpPr>
        <p:spPr/>
        <p:txBody>
          <a:bodyPr rtlCol="0"/>
          <a:lstStyle/>
          <a:p>
            <a:r>
              <a:rPr lang="en-US" dirty="0"/>
              <a:t>&lt;#&gt;</a:t>
            </a:r>
          </a:p>
        </p:txBody>
      </p:sp>
      <p:sp>
        <p:nvSpPr>
          <p:cNvPr id="4" name="Footer Placeholder 2">
            <a:extLst>
              <a:ext uri="{2CE79AAA-F9CF-4DB7-9485-7AC62B9E810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54216D3-A5D0-4671-857F-129F3139199E}"/>
              </a:ext>
            </a:extLst>
          </p:cNvPr>
          <p:cNvSpPr>
            <a:spLocks noGrp="1"/>
          </p:cNvSpPr>
          <p:nvPr>
            <p:ph type="ftr" sz="quarter" idx="11"/>
          </p:nvPr>
        </p:nvSpPr>
        <p:spPr/>
        <p:txBody>
          <a:bodyPr rtlCol="0"/>
          <a:lstStyle/>
          <a:p>
            <a:r>
              <a:rPr lang="en-US" dirty="0"/>
              <a:t>Footer</a:t>
            </a:r>
          </a:p>
        </p:txBody>
      </p:sp>
      <p:sp>
        <p:nvSpPr>
          <p:cNvPr id="5" name="Date Placeholder 1">
            <a:extLst>
              <a:ext uri="{A431F3B3-DCC9-49A7-B76D-1479EA25B32B}">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C06797D3-2E99-4051-9E41-172BD21AD494}"/>
              </a:ext>
            </a:extLst>
          </p:cNvPr>
          <p:cNvSpPr>
            <a:spLocks noGrp="1"/>
          </p:cNvSpPr>
          <p:nvPr>
            <p:ph type="dt" sz="half" idx="10"/>
          </p:nvPr>
        </p:nvSpPr>
        <p:spPr/>
        <p:txBody>
          <a:bodyPr rtlCol="0"/>
          <a:lstStyle/>
          <a:p>
            <a:r>
              <a:rPr lang="en-US" dirty="0"/>
              <a:t>Date</a:t>
            </a:r>
          </a:p>
        </p:txBody>
      </p:sp>
    </p:spTree>
    <p:extLst>
      <p:ext uri="{DB75E1C7-C642-49D1-A147-ECC64C6FC767}">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3136718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3">
            <a:extLst>
              <a:ext uri="{49351636-2ADC-4910-8BFB-CF0409127283}">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44570A2-D4EF-495D-97D1-726DAF8C7891}"/>
              </a:ext>
            </a:extLst>
          </p:cNvPr>
          <p:cNvSpPr>
            <a:spLocks noGrp="1"/>
          </p:cNvSpPr>
          <p:nvPr>
            <p:ph type="sldNum" sz="quarter" idx="12"/>
          </p:nvPr>
        </p:nvSpPr>
        <p:spPr/>
        <p:txBody>
          <a:bodyPr rtlCol="0"/>
          <a:lstStyle/>
          <a:p>
            <a:r>
              <a:rPr lang="en-US" dirty="0"/>
              <a:t>&lt;#&gt;</a:t>
            </a:r>
          </a:p>
        </p:txBody>
      </p:sp>
      <p:sp>
        <p:nvSpPr>
          <p:cNvPr id="3" name="Footer Placeholder 2">
            <a:extLst>
              <a:ext uri="{5BE85B55-EE20-49DD-B4DE-EEC467291EB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9BCB0F23-E693-4996-A1F4-88028EC1880A}"/>
              </a:ext>
            </a:extLst>
          </p:cNvPr>
          <p:cNvSpPr>
            <a:spLocks noGrp="1"/>
          </p:cNvSpPr>
          <p:nvPr>
            <p:ph type="ftr" sz="quarter" idx="11"/>
          </p:nvPr>
        </p:nvSpPr>
        <p:spPr/>
        <p:txBody>
          <a:bodyPr rtlCol="0"/>
          <a:lstStyle/>
          <a:p>
            <a:r>
              <a:rPr lang="en-US" dirty="0"/>
              <a:t>Footer</a:t>
            </a:r>
          </a:p>
        </p:txBody>
      </p:sp>
      <p:sp>
        <p:nvSpPr>
          <p:cNvPr id="4" name="Date Placeholder 1">
            <a:extLst>
              <a:ext uri="{988C8D01-0673-4ABA-9156-8592CE43941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C2DB7426-2141-4A71-B1FD-EB6C1DEE9792}"/>
              </a:ext>
            </a:extLst>
          </p:cNvPr>
          <p:cNvSpPr>
            <a:spLocks noGrp="1"/>
          </p:cNvSpPr>
          <p:nvPr>
            <p:ph type="dt" sz="half" idx="10"/>
          </p:nvPr>
        </p:nvSpPr>
        <p:spPr/>
        <p:txBody>
          <a:bodyPr rtlCol="0"/>
          <a:lstStyle/>
          <a:p>
            <a:r>
              <a:rPr lang="en-US" dirty="0"/>
              <a:t>Date</a:t>
            </a:r>
          </a:p>
        </p:txBody>
      </p:sp>
    </p:spTree>
    <p:extLst>
      <p:ext uri="{1E8FDE3D-F239-45F9-9255-A7FEDC990B22}">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31367180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59F33478-5542-4BBB-897B-EC7A4C1C7BD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CBCEF928-78A4-461E-9375-8DAA172ABE04}"/>
              </a:ext>
            </a:extLst>
          </p:cNvPr>
          <p:cNvSpPr>
            <a:spLocks noGrp="1"/>
          </p:cNvSpPr>
          <p:nvPr>
            <p:ph type="title"/>
          </p:nvPr>
        </p:nvSpPr>
        <p:spPr/>
        <p:txBody>
          <a:bodyPr rtlCol="0"/>
          <a:lstStyle>
            <a:lvl1pPr lvl="0"/>
          </a:lstStyle>
          <a:p>
            <a:r>
              <a:rPr lang="en-US" dirty="0"/>
              <a:t>Click to edit Master title style</a:t>
            </a:r>
          </a:p>
        </p:txBody>
      </p:sp>
      <p:sp>
        <p:nvSpPr>
          <p:cNvPr id="3" name="Text Placeholder 3">
            <a:extLst>
              <a:ext uri="{CC0DD121-7C98-4BB5-B73D-D0DE86CD9DF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3CA62CA-9DFD-47D2-8A87-E2D2A53E75EF}"/>
              </a:ext>
            </a:extLst>
          </p:cNvPr>
          <p:cNvSpPr>
            <a:spLocks noGrp="1"/>
          </p:cNvSpPr>
          <p:nvPr>
            <p:ph type="body" idx="1"/>
          </p:nvPr>
        </p:nvSpPr>
        <p:spPr>
          <a:xfrm>
            <a:off x="762000" y="1455900"/>
            <a:ext cx="2822399" cy="2984400"/>
          </a:xfrm>
        </p:spPr>
        <p:txBody>
          <a:bodyPr lIns="91440" tIns="93600" rIns="91440" bIns="45720" rtlCol="0" anchor="t">
            <a:normAutofit/>
          </a:bodyPr>
          <a:lstStyle>
            <a:lvl1pPr marL="0" lvl="0" indent="0">
              <a:lnSpc>
                <a:spcPct val="100000"/>
              </a:lnSpc>
              <a:buNone/>
              <a:defRPr lang="en-US" b="0" dirty="0">
                <a:latin typeface="+mn-lt"/>
              </a:defRPr>
            </a:lvl1pPr>
          </a:lstStyle>
          <a:p>
            <a:r>
              <a:rPr lang="en-US" dirty="0"/>
              <a:t>Click to edit Master text styles</a:t>
            </a:r>
          </a:p>
        </p:txBody>
      </p:sp>
      <p:sp>
        <p:nvSpPr>
          <p:cNvPr id="4" name="Content Placeholder 2">
            <a:extLst>
              <a:ext uri="{0F1F4A0C-0F12-4924-A119-A24F9C5EB8E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E97DF49-D10B-4D01-BDAD-4F880650E05C}"/>
              </a:ext>
            </a:extLst>
          </p:cNvPr>
          <p:cNvSpPr>
            <a:spLocks noGrp="1"/>
          </p:cNvSpPr>
          <p:nvPr>
            <p:ph idx="2"/>
          </p:nvPr>
        </p:nvSpPr>
        <p:spPr>
          <a:xfrm>
            <a:off x="3776758" y="1447800"/>
            <a:ext cx="4605242" cy="3000375"/>
          </a:xfrm>
        </p:spPr>
        <p:txBody>
          <a:bodyPr rtlCol="0"/>
          <a:lstStyle>
            <a:lvl1pPr lvl="0"/>
            <a:lvl2pPr lvl="1"/>
            <a:lvl3pPr lvl="2"/>
            <a:lvl4pPr lvl="3"/>
            <a:lvl5pPr lvl="4"/>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3">
            <a:extLst>
              <a:ext uri="{37D57FBD-AA2F-4FED-AAB0-641999DDC90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2056FE7-2419-45E2-A929-2DD9FD58BFC3}"/>
              </a:ext>
            </a:extLst>
          </p:cNvPr>
          <p:cNvSpPr>
            <a:spLocks noGrp="1"/>
          </p:cNvSpPr>
          <p:nvPr>
            <p:ph type="sldNum" sz="quarter" idx="12"/>
          </p:nvPr>
        </p:nvSpPr>
        <p:spPr/>
        <p:txBody>
          <a:bodyPr rtlCol="0"/>
          <a:lstStyle/>
          <a:p>
            <a:r>
              <a:rPr lang="en-US" dirty="0"/>
              <a:t>&lt;#&gt;</a:t>
            </a:r>
          </a:p>
        </p:txBody>
      </p:sp>
      <p:sp>
        <p:nvSpPr>
          <p:cNvPr id="6" name="Footer Placeholder 2">
            <a:extLst>
              <a:ext uri="{0F739EDB-E868-49A3-9D23-7B6A5A52892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2208A5B-1C61-43E1-83F6-CF38D5F39B07}"/>
              </a:ext>
            </a:extLst>
          </p:cNvPr>
          <p:cNvSpPr>
            <a:spLocks noGrp="1"/>
          </p:cNvSpPr>
          <p:nvPr>
            <p:ph type="ftr" sz="quarter" idx="11"/>
          </p:nvPr>
        </p:nvSpPr>
        <p:spPr/>
        <p:txBody>
          <a:bodyPr rtlCol="0"/>
          <a:lstStyle/>
          <a:p>
            <a:r>
              <a:rPr lang="en-US" dirty="0"/>
              <a:t>Footer</a:t>
            </a:r>
          </a:p>
        </p:txBody>
      </p:sp>
      <p:sp>
        <p:nvSpPr>
          <p:cNvPr id="7" name="Date Placeholder 1">
            <a:extLst>
              <a:ext uri="{BB3BD19B-5071-4328-8A5F-4A4923EFFBF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8F45083-0CF6-4E79-B8C9-D66483BBCDA7}"/>
              </a:ext>
            </a:extLst>
          </p:cNvPr>
          <p:cNvSpPr>
            <a:spLocks noGrp="1"/>
          </p:cNvSpPr>
          <p:nvPr>
            <p:ph type="dt" sz="half" idx="10"/>
          </p:nvPr>
        </p:nvSpPr>
        <p:spPr/>
        <p:txBody>
          <a:bodyPr rtlCol="0"/>
          <a:lstStyle/>
          <a:p>
            <a:r>
              <a:rPr lang="en-US" dirty="0"/>
              <a:t>Date</a:t>
            </a:r>
          </a:p>
        </p:txBody>
      </p:sp>
    </p:spTree>
    <p:extLst>
      <p:ext uri="{32A778E5-1BA6-4595-B7EB-35CFCCF8120E}">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31367180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Rectangle 16">
            <a:extLst>
              <a:ext uri="{95205118-9EA5-4459-8825-DAC907F82123}">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90187714-CFD6-4D0E-B683-6CAABAEA75C2}"/>
              </a:ext>
            </a:extLst>
          </p:cNvPr>
          <p:cNvSpPr/>
          <p:nvPr/>
        </p:nvSpPr>
        <p:spPr>
          <a:xfrm>
            <a:off x="3718307" y="1437411"/>
            <a:ext cx="4663693" cy="3037029"/>
          </a:xfrm>
          <a:prstGeom prst="rect">
            <a:avLst/>
          </a:prstGeom>
          <a:noFill/>
          <a:ln w="6350" cap="flat">
            <a:solidFill>
              <a:schemeClr val="bg1">
                <a:lumMod val="75000"/>
              </a:schemeClr>
            </a:solidFill>
            <a:miter lim="800000"/>
          </a:ln>
          <a:effectLst/>
        </p:spPr>
        <p:style>
          <a:lnRef idx="1">
            <a:schemeClr val="accent1"/>
          </a:lnRef>
          <a:fillRef idx="3">
            <a:schemeClr val="accent1"/>
          </a:fillRef>
          <a:effectRef idx="0">
            <a:schemeClr val="accent1"/>
          </a:effectRef>
          <a:fontRef idx="minor">
            <a:srgbClr val="FFFFFF"/>
          </a:fontRef>
        </p:style>
        <p:txBody>
          <a:bodyPr rtlCol="0" anchor="ctr"/>
          <a:lstStyle/>
          <a:p>
            <a:endParaRPr lang="en-US" dirty="0">
              <a:latin typeface="+mn-lt"/>
            </a:endParaRPr>
          </a:p>
        </p:txBody>
      </p:sp>
      <p:sp>
        <p:nvSpPr>
          <p:cNvPr id="3" name="Title 1">
            <a:extLst>
              <a:ext uri="{832B93A6-B473-402B-AA3C-06E35FFA7D6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F9874D5-4B01-4F0B-8108-C52A1762B0E1}"/>
              </a:ext>
            </a:extLst>
          </p:cNvPr>
          <p:cNvSpPr>
            <a:spLocks noGrp="1"/>
          </p:cNvSpPr>
          <p:nvPr>
            <p:ph type="title"/>
          </p:nvPr>
        </p:nvSpPr>
        <p:spPr/>
        <p:txBody>
          <a:bodyPr rtlCol="0"/>
          <a:lstStyle>
            <a:lvl1pPr lvl="0"/>
          </a:lstStyle>
          <a:p>
            <a:r>
              <a:rPr lang="en-US" dirty="0"/>
              <a:t>Click to edit Master title style</a:t>
            </a:r>
          </a:p>
        </p:txBody>
      </p:sp>
      <p:sp>
        <p:nvSpPr>
          <p:cNvPr id="4" name="Text Placeholder 3">
            <a:extLst>
              <a:ext uri="{1CCD9C76-936B-4A95-9A5E-B365957C7B2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1925698-3A4B-411C-87FC-F6E9A3BEF98F}"/>
              </a:ext>
            </a:extLst>
          </p:cNvPr>
          <p:cNvSpPr>
            <a:spLocks noGrp="1"/>
          </p:cNvSpPr>
          <p:nvPr>
            <p:ph type="body" idx="1"/>
          </p:nvPr>
        </p:nvSpPr>
        <p:spPr>
          <a:xfrm>
            <a:off x="762000" y="1455900"/>
            <a:ext cx="2822399" cy="2984400"/>
          </a:xfrm>
        </p:spPr>
        <p:txBody>
          <a:bodyPr lIns="91440" tIns="93600" rIns="91440" bIns="45720" rtlCol="0" anchor="t">
            <a:normAutofit/>
          </a:bodyPr>
          <a:lstStyle>
            <a:lvl1pPr marL="0" lvl="0" indent="0">
              <a:lnSpc>
                <a:spcPct val="100000"/>
              </a:lnSpc>
              <a:buNone/>
              <a:defRPr lang="en-US" b="0" dirty="0">
                <a:latin typeface="+mn-lt"/>
              </a:defRPr>
            </a:lvl1pPr>
          </a:lstStyle>
          <a:p>
            <a:r>
              <a:rPr lang="en-US" dirty="0"/>
              <a:t>Click to edit Master text styles</a:t>
            </a:r>
          </a:p>
        </p:txBody>
      </p:sp>
      <p:sp>
        <p:nvSpPr>
          <p:cNvPr id="5" name="Picture Placeholder 2">
            <a:extLst>
              <a:ext uri="{2461DB01-55FC-45ED-A1BA-9C9665ACBC2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712BCB0-D898-45F0-8E1F-65E9B9BFE620}"/>
              </a:ext>
            </a:extLst>
          </p:cNvPr>
          <p:cNvSpPr>
            <a:spLocks noGrp="1"/>
          </p:cNvSpPr>
          <p:nvPr>
            <p:ph type="pic" idx="2"/>
          </p:nvPr>
        </p:nvSpPr>
        <p:spPr>
          <a:xfrm>
            <a:off x="3775220" y="1492944"/>
            <a:ext cx="4543283" cy="2925962"/>
          </a:xfrm>
          <a:solidFill>
            <a:schemeClr val="bg1">
              <a:lumMod val="95000"/>
            </a:schemeClr>
          </a:solidFill>
          <a:ln w="38100">
            <a:noFill/>
            <a:miter lim="800000"/>
          </a:ln>
        </p:spPr>
        <p:txBody>
          <a:bodyPr rtlCol="0"/>
          <a:lstStyle/>
          <a:p>
            <a:r>
              <a:rPr lang="en-US" dirty="0"/>
              <a:t>Click icon to add picture</a:t>
            </a:r>
          </a:p>
        </p:txBody>
      </p:sp>
      <p:sp>
        <p:nvSpPr>
          <p:cNvPr id="6" name="Slide Number Placeholder 4">
            <a:extLst>
              <a:ext uri="{C9A9DBF2-AC53-4B46-9EDF-FD5DFA9E7B9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9BCD404-77E4-49ED-B6C2-6FB7228F340D}"/>
              </a:ext>
            </a:extLst>
          </p:cNvPr>
          <p:cNvSpPr>
            <a:spLocks noGrp="1"/>
          </p:cNvSpPr>
          <p:nvPr>
            <p:ph type="sldNum" sz="quarter" idx="12"/>
          </p:nvPr>
        </p:nvSpPr>
        <p:spPr/>
        <p:txBody>
          <a:bodyPr rtlCol="0"/>
          <a:lstStyle/>
          <a:p>
            <a:r>
              <a:rPr lang="en-US" dirty="0"/>
              <a:t>&lt;#&gt;</a:t>
            </a:r>
          </a:p>
        </p:txBody>
      </p:sp>
      <p:sp>
        <p:nvSpPr>
          <p:cNvPr id="7" name="Footer Placeholder 3">
            <a:extLst>
              <a:ext uri="{4F985EBE-BF2C-4E2B-AF31-A16B7036C59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B58005B-3DD1-412A-AEFB-9992EA71800B}"/>
              </a:ext>
            </a:extLst>
          </p:cNvPr>
          <p:cNvSpPr>
            <a:spLocks noGrp="1"/>
          </p:cNvSpPr>
          <p:nvPr>
            <p:ph type="ftr" sz="quarter" idx="11"/>
          </p:nvPr>
        </p:nvSpPr>
        <p:spPr/>
        <p:txBody>
          <a:bodyPr rtlCol="0"/>
          <a:lstStyle/>
          <a:p>
            <a:r>
              <a:rPr lang="en-US" dirty="0"/>
              <a:t>Footer</a:t>
            </a:r>
          </a:p>
        </p:txBody>
      </p:sp>
      <p:sp>
        <p:nvSpPr>
          <p:cNvPr id="8" name="Date Placeholder 1">
            <a:extLst>
              <a:ext uri="{77AEB2CD-ACC8-42FC-B702-EF8DD23D589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0162DBF-636D-46DF-B523-1C513DC997BC}"/>
              </a:ext>
            </a:extLst>
          </p:cNvPr>
          <p:cNvSpPr>
            <a:spLocks noGrp="1"/>
          </p:cNvSpPr>
          <p:nvPr>
            <p:ph type="dt" sz="half" idx="10"/>
          </p:nvPr>
        </p:nvSpPr>
        <p:spPr/>
        <p:txBody>
          <a:bodyPr rtlCol="0"/>
          <a:lstStyle/>
          <a:p>
            <a:r>
              <a:rPr lang="en-US" dirty="0"/>
              <a:t>Date</a:t>
            </a:r>
          </a:p>
        </p:txBody>
      </p:sp>
    </p:spTree>
    <p:extLst>
      <p:ext uri="{F8E733ED-088E-435F-8A3D-62C9043260AE}">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31367180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Text, and Images">
    <p:spTree>
      <p:nvGrpSpPr>
        <p:cNvPr id="1" name=""/>
        <p:cNvGrpSpPr/>
        <p:nvPr/>
      </p:nvGrpSpPr>
      <p:grpSpPr>
        <a:xfrm>
          <a:off x="0" y="0"/>
          <a:ext cx="0" cy="0"/>
          <a:chOff x="0" y="0"/>
          <a:chExt cx="0" cy="0"/>
        </a:xfrm>
      </p:grpSpPr>
      <p:sp>
        <p:nvSpPr>
          <p:cNvPr id="2" name="Rectangle 19">
            <a:extLst>
              <a:ext uri="{8A01899A-5B33-4479-BCD0-2CB464F587F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CD81CC8-FF45-4EB1-BB3B-E1C72A9C1935}"/>
              </a:ext>
            </a:extLst>
          </p:cNvPr>
          <p:cNvSpPr/>
          <p:nvPr/>
        </p:nvSpPr>
        <p:spPr>
          <a:xfrm>
            <a:off x="774703" y="1417637"/>
            <a:ext cx="1850529" cy="2192337"/>
          </a:xfrm>
          <a:prstGeom prst="rect">
            <a:avLst/>
          </a:prstGeom>
          <a:noFill/>
          <a:ln w="6350" cap="flat">
            <a:solidFill>
              <a:schemeClr val="tx1">
                <a:alpha val="48000"/>
                <a:lumMod val="50000"/>
                <a:lumOff val="50000"/>
              </a:schemeClr>
            </a:solidFill>
            <a:prstDash val="solid"/>
            <a:miter lim="800000"/>
          </a:ln>
          <a:effectLst/>
        </p:spPr>
        <p:style>
          <a:lnRef idx="1">
            <a:schemeClr val="accent1"/>
          </a:lnRef>
          <a:fillRef idx="3">
            <a:schemeClr val="accent1"/>
          </a:fillRef>
          <a:effectRef idx="0">
            <a:schemeClr val="accent1"/>
          </a:effectRef>
          <a:fontRef idx="minor">
            <a:srgbClr val="FFFFFF"/>
          </a:fontRef>
        </p:style>
        <p:txBody>
          <a:bodyPr rtlCol="0" anchor="ctr"/>
          <a:lstStyle/>
          <a:p>
            <a:endParaRPr lang="en-US" dirty="0">
              <a:latin typeface="+mn-lt"/>
            </a:endParaRPr>
          </a:p>
        </p:txBody>
      </p:sp>
      <p:sp>
        <p:nvSpPr>
          <p:cNvPr id="3" name="Rectangle 20">
            <a:extLst>
              <a:ext uri="{B9A26F7F-2010-4DA5-B5C4-6241AF1D689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619D769-7A83-4994-A2C9-D9852C784BF0}"/>
              </a:ext>
            </a:extLst>
          </p:cNvPr>
          <p:cNvSpPr/>
          <p:nvPr/>
        </p:nvSpPr>
        <p:spPr>
          <a:xfrm>
            <a:off x="2774950" y="1417637"/>
            <a:ext cx="3580319" cy="2192337"/>
          </a:xfrm>
          <a:prstGeom prst="rect">
            <a:avLst/>
          </a:prstGeom>
          <a:noFill/>
          <a:ln w="6350" cap="flat">
            <a:solidFill>
              <a:schemeClr val="tx1">
                <a:alpha val="48000"/>
                <a:lumMod val="50000"/>
                <a:lumOff val="50000"/>
              </a:schemeClr>
            </a:solidFill>
            <a:prstDash val="solid"/>
            <a:miter lim="800000"/>
          </a:ln>
          <a:effectLst/>
        </p:spPr>
        <p:style>
          <a:lnRef idx="1">
            <a:schemeClr val="accent1"/>
          </a:lnRef>
          <a:fillRef idx="3">
            <a:schemeClr val="accent1"/>
          </a:fillRef>
          <a:effectRef idx="0">
            <a:schemeClr val="accent1"/>
          </a:effectRef>
          <a:fontRef idx="minor">
            <a:srgbClr val="FFFFFF"/>
          </a:fontRef>
        </p:style>
        <p:txBody>
          <a:bodyPr rtlCol="0" anchor="ctr"/>
          <a:lstStyle/>
          <a:p>
            <a:endParaRPr lang="en-US" dirty="0">
              <a:latin typeface="+mn-lt"/>
            </a:endParaRPr>
          </a:p>
        </p:txBody>
      </p:sp>
      <p:sp>
        <p:nvSpPr>
          <p:cNvPr id="4" name="Rectangle 22">
            <a:extLst>
              <a:ext uri="{6AF76304-3996-4D5C-B067-CD6701ED806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166F966-0C14-4AAE-A6FC-B69634D574D2}"/>
              </a:ext>
            </a:extLst>
          </p:cNvPr>
          <p:cNvSpPr/>
          <p:nvPr/>
        </p:nvSpPr>
        <p:spPr>
          <a:xfrm>
            <a:off x="6496050" y="1417637"/>
            <a:ext cx="1882776" cy="2192337"/>
          </a:xfrm>
          <a:custGeom>
            <a:avLst/>
            <a:gdLst/>
            <a:ahLst/>
            <a:cxnLst/>
            <a:rect l="0" t="0" r="r" b="b"/>
            <a:pathLst>
              <a:path w="1882776" h="2192337">
                <a:moveTo>
                  <a:pt x="9525" y="0"/>
                </a:moveTo>
                <a:lnTo>
                  <a:pt x="1882777" y="0"/>
                </a:lnTo>
                <a:lnTo>
                  <a:pt x="1882777" y="2192337"/>
                </a:lnTo>
                <a:lnTo>
                  <a:pt x="9525" y="2192337"/>
                </a:lnTo>
                <a:close/>
              </a:path>
            </a:pathLst>
          </a:custGeom>
          <a:noFill/>
          <a:ln w="6350" cap="flat">
            <a:solidFill>
              <a:schemeClr val="tx1">
                <a:alpha val="48000"/>
                <a:lumMod val="50000"/>
                <a:lumOff val="50000"/>
              </a:schemeClr>
            </a:solidFill>
            <a:prstDash val="solid"/>
            <a:miter lim="800000"/>
          </a:ln>
          <a:effectLst/>
        </p:spPr>
        <p:style>
          <a:lnRef idx="1">
            <a:schemeClr val="accent1"/>
          </a:lnRef>
          <a:fillRef idx="3">
            <a:schemeClr val="accent1"/>
          </a:fillRef>
          <a:effectRef idx="0">
            <a:schemeClr val="accent1"/>
          </a:effectRef>
          <a:fontRef idx="minor">
            <a:srgbClr val="FFFFFF"/>
          </a:fontRef>
        </p:style>
        <p:txBody>
          <a:bodyPr rtlCol="0" anchor="ctr"/>
          <a:lstStyle/>
          <a:p>
            <a:endParaRPr lang="en-US" dirty="0">
              <a:latin typeface="+mn-lt"/>
            </a:endParaRPr>
          </a:p>
        </p:txBody>
      </p:sp>
      <p:sp>
        <p:nvSpPr>
          <p:cNvPr id="5" name="Title 1">
            <a:extLst>
              <a:ext uri="{7A3FD6F2-352F-48AA-B443-4FFD1DD4A9D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C9FFF96B-CC55-412A-8DAF-321E06CC7174}"/>
              </a:ext>
            </a:extLst>
          </p:cNvPr>
          <p:cNvSpPr>
            <a:spLocks noGrp="1"/>
          </p:cNvSpPr>
          <p:nvPr>
            <p:ph type="title"/>
          </p:nvPr>
        </p:nvSpPr>
        <p:spPr/>
        <p:txBody>
          <a:bodyPr rtlCol="0"/>
          <a:lstStyle>
            <a:lvl1pPr lvl="0"/>
          </a:lstStyle>
          <a:p>
            <a:r>
              <a:rPr lang="en-US" dirty="0"/>
              <a:t>Click to edit Master title style</a:t>
            </a:r>
          </a:p>
        </p:txBody>
      </p:sp>
      <p:sp>
        <p:nvSpPr>
          <p:cNvPr id="6" name="Picture Placeholder 2">
            <a:extLst>
              <a:ext uri="{2ADD0DAD-9327-4476-B7CC-A389EB00EB9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7D6A523-2AE4-46AD-AFC8-43B2090DB0B5}"/>
              </a:ext>
            </a:extLst>
          </p:cNvPr>
          <p:cNvSpPr>
            <a:spLocks noGrp="1"/>
          </p:cNvSpPr>
          <p:nvPr>
            <p:ph type="pic" idx="1"/>
          </p:nvPr>
        </p:nvSpPr>
        <p:spPr>
          <a:xfrm>
            <a:off x="835027" y="1474787"/>
            <a:ext cx="1723499" cy="2074863"/>
          </a:xfrm>
          <a:solidFill>
            <a:schemeClr val="bg1">
              <a:lumMod val="95000"/>
            </a:schemeClr>
          </a:solidFill>
          <a:ln w="38100">
            <a:noFill/>
            <a:miter lim="800000"/>
          </a:ln>
        </p:spPr>
        <p:txBody>
          <a:bodyPr rtlCol="0"/>
          <a:lstStyle/>
          <a:p>
            <a:r>
              <a:rPr lang="en-US" dirty="0"/>
              <a:t>Click icon to add picture</a:t>
            </a:r>
          </a:p>
        </p:txBody>
      </p:sp>
      <p:sp>
        <p:nvSpPr>
          <p:cNvPr id="7" name="Content Placeholder 2">
            <a:extLst>
              <a:ext uri="{B41C8D51-8771-4611-8FED-0B80EED8640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6085576-DA35-4563-BCA2-4FA326E7862A}"/>
              </a:ext>
            </a:extLst>
          </p:cNvPr>
          <p:cNvSpPr>
            <a:spLocks noGrp="1"/>
          </p:cNvSpPr>
          <p:nvPr>
            <p:ph type="body" idx="2"/>
          </p:nvPr>
        </p:nvSpPr>
        <p:spPr>
          <a:xfrm>
            <a:off x="762000" y="3810000"/>
            <a:ext cx="1847850" cy="523875"/>
          </a:xfrm>
          <a:prstGeom prst="rect">
            <a:avLst/>
          </a:prstGeom>
        </p:spPr>
        <p:txBody>
          <a:bodyPr rtlCol="0" anchor="t">
            <a:normAutofit/>
          </a:bodyPr>
          <a:lstStyle>
            <a:lvl1pPr marL="0" lvl="0" indent="0" algn="ctr">
              <a:lnSpc>
                <a:spcPct val="100000"/>
              </a:lnSpc>
              <a:buNone/>
              <a:defRPr lang="en-US" sz="1200" b="0" dirty="0">
                <a:solidFill>
                  <a:schemeClr val="tx1">
                    <a:lumMod val="85000"/>
                    <a:lumOff val="15000"/>
                  </a:schemeClr>
                </a:solidFill>
                <a:latin typeface="+mn-lt"/>
              </a:defRPr>
            </a:lvl1pPr>
            <a:lvl2pPr lvl="1">
              <a:lnSpc>
                <a:spcPct val="129999"/>
              </a:lnSpc>
              <a:defRPr lang="en-US" sz="1000" dirty="0">
                <a:solidFill>
                  <a:schemeClr val="bg1">
                    <a:lumMod val="65000"/>
                  </a:schemeClr>
                </a:solidFill>
              </a:defRPr>
            </a:lvl2pPr>
            <a:lvl3pPr lvl="2">
              <a:lnSpc>
                <a:spcPts val="1200"/>
              </a:lnSpc>
              <a:defRPr lang="en-US" sz="1050" i="1" dirty="0">
                <a:solidFill>
                  <a:schemeClr val="tx2">
                    <a:lumMod val="50000"/>
                    <a:lumOff val="50000"/>
                  </a:schemeClr>
                </a:solidFill>
              </a:defRPr>
            </a:lvl3pPr>
            <a:lvl4pPr lvl="3">
              <a:lnSpc>
                <a:spcPts val="1200"/>
              </a:lnSpc>
              <a:defRPr lang="en-US" sz="1050" i="0" dirty="0">
                <a:solidFill>
                  <a:schemeClr val="tx2">
                    <a:lumMod val="50000"/>
                    <a:lumOff val="50000"/>
                  </a:schemeClr>
                </a:solidFill>
              </a:defRPr>
            </a:lvl4pPr>
            <a:lvl5pPr lvl="4">
              <a:lnSpc>
                <a:spcPts val="1200"/>
              </a:lnSpc>
              <a:buChar char="»"/>
              <a:defRPr lang="en-US" sz="1050" i="1" dirty="0">
                <a:solidFill>
                  <a:schemeClr val="tx2">
                    <a:lumMod val="50000"/>
                    <a:lumOff val="50000"/>
                  </a:schemeClr>
                </a:solidFill>
              </a:defRPr>
            </a:lvl5pPr>
          </a:lstStyle>
          <a:p>
            <a:pPr lvl="0"/>
            <a:r>
              <a:rPr lang="en-US" dirty="0"/>
              <a:t>Click to edit Master text styles</a:t>
            </a:r>
          </a:p>
        </p:txBody>
      </p:sp>
      <p:sp>
        <p:nvSpPr>
          <p:cNvPr id="8" name="Picture Placeholder 2">
            <a:extLst>
              <a:ext uri="{F32D065F-2DCF-4D83-A838-38645B6673F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DF29E57-6E16-4E63-AA93-367967928DA0}"/>
              </a:ext>
            </a:extLst>
          </p:cNvPr>
          <p:cNvSpPr>
            <a:spLocks noGrp="1"/>
          </p:cNvSpPr>
          <p:nvPr>
            <p:ph type="pic" idx="3"/>
          </p:nvPr>
        </p:nvSpPr>
        <p:spPr>
          <a:xfrm>
            <a:off x="2835275" y="1474787"/>
            <a:ext cx="3459670" cy="2074863"/>
          </a:xfrm>
          <a:solidFill>
            <a:schemeClr val="bg1">
              <a:lumMod val="95000"/>
            </a:schemeClr>
          </a:solidFill>
          <a:ln w="38100">
            <a:noFill/>
            <a:miter lim="800000"/>
          </a:ln>
        </p:spPr>
        <p:txBody>
          <a:bodyPr rtlCol="0"/>
          <a:lstStyle/>
          <a:p>
            <a:r>
              <a:rPr lang="en-US" dirty="0"/>
              <a:t>Click icon to add picture</a:t>
            </a:r>
          </a:p>
        </p:txBody>
      </p:sp>
      <p:sp>
        <p:nvSpPr>
          <p:cNvPr id="9" name="Content Placeholder 2">
            <a:extLst>
              <a:ext uri="{8909763C-E876-4D11-946F-BC60EF5084B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3187AFC-98E7-4240-82BA-A8F054C7E6B2}"/>
              </a:ext>
            </a:extLst>
          </p:cNvPr>
          <p:cNvSpPr>
            <a:spLocks noGrp="1"/>
          </p:cNvSpPr>
          <p:nvPr>
            <p:ph type="body" idx="4"/>
          </p:nvPr>
        </p:nvSpPr>
        <p:spPr>
          <a:xfrm>
            <a:off x="2777561" y="3810000"/>
            <a:ext cx="3577708" cy="523875"/>
          </a:xfrm>
          <a:prstGeom prst="rect">
            <a:avLst/>
          </a:prstGeom>
        </p:spPr>
        <p:txBody>
          <a:bodyPr rtlCol="0" anchor="t">
            <a:normAutofit/>
          </a:bodyPr>
          <a:lstStyle>
            <a:lvl1pPr marL="0" lvl="0" indent="0" algn="ctr">
              <a:lnSpc>
                <a:spcPct val="100000"/>
              </a:lnSpc>
              <a:buNone/>
              <a:defRPr lang="en-US" sz="1200" b="0" dirty="0">
                <a:solidFill>
                  <a:schemeClr val="tx1">
                    <a:lumMod val="85000"/>
                    <a:lumOff val="15000"/>
                  </a:schemeClr>
                </a:solidFill>
                <a:latin typeface="+mn-lt"/>
              </a:defRPr>
            </a:lvl1pPr>
            <a:lvl2pPr lvl="1">
              <a:lnSpc>
                <a:spcPct val="129999"/>
              </a:lnSpc>
              <a:defRPr lang="en-US" sz="1000" dirty="0">
                <a:solidFill>
                  <a:schemeClr val="bg1">
                    <a:lumMod val="65000"/>
                  </a:schemeClr>
                </a:solidFill>
              </a:defRPr>
            </a:lvl2pPr>
            <a:lvl3pPr lvl="2">
              <a:lnSpc>
                <a:spcPts val="1200"/>
              </a:lnSpc>
              <a:defRPr lang="en-US" sz="1050" i="1" dirty="0">
                <a:solidFill>
                  <a:schemeClr val="tx2">
                    <a:lumMod val="50000"/>
                    <a:lumOff val="50000"/>
                  </a:schemeClr>
                </a:solidFill>
              </a:defRPr>
            </a:lvl3pPr>
            <a:lvl4pPr lvl="3">
              <a:lnSpc>
                <a:spcPts val="1200"/>
              </a:lnSpc>
              <a:defRPr lang="en-US" sz="1050" i="0" dirty="0">
                <a:solidFill>
                  <a:schemeClr val="tx2">
                    <a:lumMod val="50000"/>
                    <a:lumOff val="50000"/>
                  </a:schemeClr>
                </a:solidFill>
              </a:defRPr>
            </a:lvl4pPr>
            <a:lvl5pPr lvl="4">
              <a:lnSpc>
                <a:spcPts val="1200"/>
              </a:lnSpc>
              <a:buChar char="»"/>
              <a:defRPr lang="en-US" sz="1050" i="1" dirty="0">
                <a:solidFill>
                  <a:schemeClr val="tx2">
                    <a:lumMod val="50000"/>
                    <a:lumOff val="50000"/>
                  </a:schemeClr>
                </a:solidFill>
              </a:defRPr>
            </a:lvl5pPr>
          </a:lstStyle>
          <a:p>
            <a:pPr lvl="0"/>
            <a:r>
              <a:rPr lang="en-US" dirty="0"/>
              <a:t>Click to edit Master text styles</a:t>
            </a:r>
          </a:p>
        </p:txBody>
      </p:sp>
      <p:sp>
        <p:nvSpPr>
          <p:cNvPr id="10" name="Picture Placeholder 2">
            <a:extLst>
              <a:ext uri="{1CCDA14F-9DAE-4612-9537-E27FBB83A02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812F824-3DEE-4C66-A2BD-99818326F257}"/>
              </a:ext>
            </a:extLst>
          </p:cNvPr>
          <p:cNvSpPr>
            <a:spLocks noGrp="1"/>
          </p:cNvSpPr>
          <p:nvPr>
            <p:ph type="pic" idx="5"/>
          </p:nvPr>
        </p:nvSpPr>
        <p:spPr>
          <a:xfrm>
            <a:off x="6581774" y="1474787"/>
            <a:ext cx="1724025" cy="2074863"/>
          </a:xfrm>
          <a:solidFill>
            <a:schemeClr val="bg1">
              <a:lumMod val="95000"/>
            </a:schemeClr>
          </a:solidFill>
          <a:ln w="38100">
            <a:noFill/>
            <a:miter lim="800000"/>
          </a:ln>
        </p:spPr>
        <p:txBody>
          <a:bodyPr rtlCol="0"/>
          <a:lstStyle/>
          <a:p>
            <a:r>
              <a:rPr lang="en-US" dirty="0"/>
              <a:t>Click icon to add picture</a:t>
            </a:r>
          </a:p>
        </p:txBody>
      </p:sp>
      <p:sp>
        <p:nvSpPr>
          <p:cNvPr id="11" name="Content Placeholder 2">
            <a:extLst>
              <a:ext uri="{8481612B-8402-4DD4-8EEE-FB14E959334B}">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694B387-2A84-4404-BC18-F3171A90B9D9}"/>
              </a:ext>
            </a:extLst>
          </p:cNvPr>
          <p:cNvSpPr>
            <a:spLocks noGrp="1"/>
          </p:cNvSpPr>
          <p:nvPr>
            <p:ph type="body" idx="6"/>
          </p:nvPr>
        </p:nvSpPr>
        <p:spPr>
          <a:xfrm>
            <a:off x="6496050" y="3810000"/>
            <a:ext cx="1882775" cy="523875"/>
          </a:xfrm>
          <a:prstGeom prst="rect">
            <a:avLst/>
          </a:prstGeom>
        </p:spPr>
        <p:txBody>
          <a:bodyPr rtlCol="0" anchor="t">
            <a:normAutofit/>
          </a:bodyPr>
          <a:lstStyle>
            <a:lvl1pPr marL="0" lvl="0" indent="0" algn="ctr">
              <a:lnSpc>
                <a:spcPct val="100000"/>
              </a:lnSpc>
              <a:buNone/>
              <a:defRPr lang="en-US" sz="1200" b="0" dirty="0">
                <a:solidFill>
                  <a:schemeClr val="tx1">
                    <a:lumMod val="85000"/>
                    <a:lumOff val="15000"/>
                  </a:schemeClr>
                </a:solidFill>
                <a:latin typeface="+mn-lt"/>
              </a:defRPr>
            </a:lvl1pPr>
            <a:lvl2pPr lvl="1">
              <a:lnSpc>
                <a:spcPct val="129999"/>
              </a:lnSpc>
              <a:defRPr lang="en-US" sz="1000" dirty="0">
                <a:solidFill>
                  <a:schemeClr val="bg1">
                    <a:lumMod val="65000"/>
                  </a:schemeClr>
                </a:solidFill>
              </a:defRPr>
            </a:lvl2pPr>
            <a:lvl3pPr lvl="2">
              <a:lnSpc>
                <a:spcPts val="1200"/>
              </a:lnSpc>
              <a:defRPr lang="en-US" sz="1050" i="1" dirty="0">
                <a:solidFill>
                  <a:schemeClr val="tx2">
                    <a:lumMod val="50000"/>
                    <a:lumOff val="50000"/>
                  </a:schemeClr>
                </a:solidFill>
              </a:defRPr>
            </a:lvl3pPr>
            <a:lvl4pPr lvl="3">
              <a:lnSpc>
                <a:spcPts val="1200"/>
              </a:lnSpc>
              <a:defRPr lang="en-US" sz="1050" i="0" dirty="0">
                <a:solidFill>
                  <a:schemeClr val="tx2">
                    <a:lumMod val="50000"/>
                    <a:lumOff val="50000"/>
                  </a:schemeClr>
                </a:solidFill>
              </a:defRPr>
            </a:lvl4pPr>
            <a:lvl5pPr lvl="4">
              <a:lnSpc>
                <a:spcPts val="1200"/>
              </a:lnSpc>
              <a:buChar char="»"/>
              <a:defRPr lang="en-US" sz="1050" i="1" dirty="0">
                <a:solidFill>
                  <a:schemeClr val="tx2">
                    <a:lumMod val="50000"/>
                    <a:lumOff val="50000"/>
                  </a:schemeClr>
                </a:solidFill>
              </a:defRPr>
            </a:lvl5pPr>
          </a:lstStyle>
          <a:p>
            <a:pPr lvl="0"/>
            <a:r>
              <a:rPr lang="en-US" dirty="0"/>
              <a:t>Click to edit Master text styles</a:t>
            </a:r>
          </a:p>
        </p:txBody>
      </p:sp>
      <p:sp>
        <p:nvSpPr>
          <p:cNvPr id="12" name="Slide Number Placeholder 4">
            <a:extLst>
              <a:ext uri="{EE7ECDC9-31BC-4B3E-9180-A04197B387A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F6A90E5-6497-4AB2-B5CB-3E1856B467AF}"/>
              </a:ext>
            </a:extLst>
          </p:cNvPr>
          <p:cNvSpPr>
            <a:spLocks noGrp="1"/>
          </p:cNvSpPr>
          <p:nvPr>
            <p:ph type="sldNum" sz="quarter" idx="12"/>
          </p:nvPr>
        </p:nvSpPr>
        <p:spPr/>
        <p:txBody>
          <a:bodyPr rtlCol="0"/>
          <a:lstStyle/>
          <a:p>
            <a:r>
              <a:rPr lang="en-US" dirty="0"/>
              <a:t>&lt;#&gt;</a:t>
            </a:r>
          </a:p>
        </p:txBody>
      </p:sp>
      <p:sp>
        <p:nvSpPr>
          <p:cNvPr id="13" name="Footer Placeholder 3">
            <a:extLst>
              <a:ext uri="{9F9DB867-DB35-41FC-AB45-C5B198A5D9E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4F16EB4-2B08-4F77-BDDB-B76B3B57F1FE}"/>
              </a:ext>
            </a:extLst>
          </p:cNvPr>
          <p:cNvSpPr>
            <a:spLocks noGrp="1"/>
          </p:cNvSpPr>
          <p:nvPr>
            <p:ph type="ftr" sz="quarter" idx="11"/>
          </p:nvPr>
        </p:nvSpPr>
        <p:spPr/>
        <p:txBody>
          <a:bodyPr rtlCol="0"/>
          <a:lstStyle/>
          <a:p>
            <a:r>
              <a:rPr lang="en-US" dirty="0"/>
              <a:t>Footer</a:t>
            </a:r>
          </a:p>
        </p:txBody>
      </p:sp>
      <p:sp>
        <p:nvSpPr>
          <p:cNvPr id="14" name="Date Placeholder 1">
            <a:extLst>
              <a:ext uri="{112ACA6D-EFA6-4BF4-8E90-FA54275F10D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9ED1700-ECC1-4D40-A3E2-560C1FB5EF57}"/>
              </a:ext>
            </a:extLst>
          </p:cNvPr>
          <p:cNvSpPr>
            <a:spLocks noGrp="1"/>
          </p:cNvSpPr>
          <p:nvPr>
            <p:ph type="dt" sz="half" idx="10"/>
          </p:nvPr>
        </p:nvSpPr>
        <p:spPr/>
        <p:txBody>
          <a:bodyPr rtlCol="0"/>
          <a:lstStyle/>
          <a:p>
            <a:r>
              <a:rPr lang="en-US" dirty="0"/>
              <a:t>Date</a:t>
            </a:r>
          </a:p>
        </p:txBody>
      </p:sp>
    </p:spTree>
    <p:custDataLst>
      <p:tags r:id="rId1"/>
    </p:custDataLst>
    <p:extLst>
      <p:ext uri="{762A60E4-8BF9-4918-963C-3536F92609D2}">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31367180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Images">
    <p:spTree>
      <p:nvGrpSpPr>
        <p:cNvPr id="1" name=""/>
        <p:cNvGrpSpPr/>
        <p:nvPr/>
      </p:nvGrpSpPr>
      <p:grpSpPr>
        <a:xfrm>
          <a:off x="0" y="0"/>
          <a:ext cx="0" cy="0"/>
          <a:chOff x="0" y="0"/>
          <a:chExt cx="0" cy="0"/>
        </a:xfrm>
      </p:grpSpPr>
      <p:sp>
        <p:nvSpPr>
          <p:cNvPr id="2" name="Title 1">
            <a:extLst>
              <a:ext uri="{298FF044-906E-41BB-B2D7-F0539937E0D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7BA4FF4-E17C-4171-B0CB-76B0CE289BCD}"/>
              </a:ext>
            </a:extLst>
          </p:cNvPr>
          <p:cNvSpPr>
            <a:spLocks noGrp="1"/>
          </p:cNvSpPr>
          <p:nvPr>
            <p:ph type="title"/>
          </p:nvPr>
        </p:nvSpPr>
        <p:spPr/>
        <p:txBody>
          <a:bodyPr rtlCol="0"/>
          <a:lstStyle>
            <a:lvl1pPr lvl="0"/>
          </a:lstStyle>
          <a:p>
            <a:r>
              <a:rPr lang="en-US" dirty="0"/>
              <a:t>Click to edit Master title style</a:t>
            </a:r>
          </a:p>
        </p:txBody>
      </p:sp>
      <p:sp>
        <p:nvSpPr>
          <p:cNvPr id="3" name="Picture Placeholder 2">
            <a:extLst>
              <a:ext uri="{01DA4212-FF53-4817-A8C3-C291B380C71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CA1CB846-9A9E-4803-9104-0919CEE60B00}"/>
              </a:ext>
            </a:extLst>
          </p:cNvPr>
          <p:cNvSpPr>
            <a:spLocks noGrp="1"/>
          </p:cNvSpPr>
          <p:nvPr>
            <p:ph type="pic" idx="1"/>
          </p:nvPr>
        </p:nvSpPr>
        <p:spPr>
          <a:xfrm>
            <a:off x="304800" y="1733550"/>
            <a:ext cx="2095500" cy="2190750"/>
          </a:xfrm>
          <a:solidFill>
            <a:schemeClr val="bg1">
              <a:lumMod val="95000"/>
            </a:schemeClr>
          </a:solidFill>
          <a:ln w="38100">
            <a:noFill/>
            <a:miter lim="800000"/>
          </a:ln>
        </p:spPr>
        <p:txBody>
          <a:bodyPr rtlCol="0"/>
          <a:lstStyle/>
          <a:p>
            <a:r>
              <a:rPr lang="en-US" dirty="0"/>
              <a:t>Click icon to add picture</a:t>
            </a:r>
          </a:p>
        </p:txBody>
      </p:sp>
      <p:sp>
        <p:nvSpPr>
          <p:cNvPr id="4" name="Picture Placeholder 2">
            <a:extLst>
              <a:ext uri="{06621F25-A672-427F-810A-DE9C2957FFF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B49CC15-64A7-4725-B9E9-A4CBC83CDC0A}"/>
              </a:ext>
            </a:extLst>
          </p:cNvPr>
          <p:cNvSpPr>
            <a:spLocks noGrp="1"/>
          </p:cNvSpPr>
          <p:nvPr>
            <p:ph type="pic" idx="2"/>
          </p:nvPr>
        </p:nvSpPr>
        <p:spPr>
          <a:xfrm>
            <a:off x="2470150" y="1733550"/>
            <a:ext cx="2095500" cy="2190750"/>
          </a:xfrm>
          <a:solidFill>
            <a:schemeClr val="bg1">
              <a:lumMod val="95000"/>
            </a:schemeClr>
          </a:solidFill>
          <a:ln w="38100">
            <a:noFill/>
            <a:miter lim="800000"/>
          </a:ln>
        </p:spPr>
        <p:txBody>
          <a:bodyPr rtlCol="0"/>
          <a:lstStyle/>
          <a:p>
            <a:r>
              <a:rPr lang="en-US" dirty="0"/>
              <a:t>Click icon to add picture</a:t>
            </a:r>
          </a:p>
        </p:txBody>
      </p:sp>
      <p:sp>
        <p:nvSpPr>
          <p:cNvPr id="5" name="Picture Placeholder 2">
            <a:extLst>
              <a:ext uri="{949DAFE5-A86E-4650-BE11-56158409A1A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4EC9C0C-0F0B-4D39-AAC2-4E93A3833F37}"/>
              </a:ext>
            </a:extLst>
          </p:cNvPr>
          <p:cNvSpPr>
            <a:spLocks noGrp="1"/>
          </p:cNvSpPr>
          <p:nvPr>
            <p:ph type="pic" idx="3"/>
          </p:nvPr>
        </p:nvSpPr>
        <p:spPr>
          <a:xfrm>
            <a:off x="4635500" y="1733550"/>
            <a:ext cx="2095500" cy="2190750"/>
          </a:xfrm>
          <a:solidFill>
            <a:schemeClr val="bg1">
              <a:lumMod val="95000"/>
            </a:schemeClr>
          </a:solidFill>
          <a:ln w="38100">
            <a:noFill/>
            <a:miter lim="800000"/>
          </a:ln>
        </p:spPr>
        <p:txBody>
          <a:bodyPr rtlCol="0"/>
          <a:lstStyle/>
          <a:p>
            <a:r>
              <a:rPr lang="en-US" dirty="0"/>
              <a:t>Click icon to add picture</a:t>
            </a:r>
          </a:p>
        </p:txBody>
      </p:sp>
      <p:sp>
        <p:nvSpPr>
          <p:cNvPr id="6" name="Picture Placeholder 2">
            <a:extLst>
              <a:ext uri="{AF27C902-78AC-4AE4-9579-D4226A3457A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F9B3A33-5651-460E-AED8-BD07FD131BA6}"/>
              </a:ext>
            </a:extLst>
          </p:cNvPr>
          <p:cNvSpPr>
            <a:spLocks noGrp="1"/>
          </p:cNvSpPr>
          <p:nvPr>
            <p:ph type="pic" idx="4"/>
          </p:nvPr>
        </p:nvSpPr>
        <p:spPr>
          <a:xfrm>
            <a:off x="6800850" y="1733550"/>
            <a:ext cx="2095500" cy="2190750"/>
          </a:xfrm>
          <a:solidFill>
            <a:schemeClr val="bg1">
              <a:lumMod val="95000"/>
            </a:schemeClr>
          </a:solidFill>
          <a:ln w="38100">
            <a:noFill/>
            <a:miter lim="800000"/>
          </a:ln>
        </p:spPr>
        <p:txBody>
          <a:bodyPr rtlCol="0"/>
          <a:lstStyle/>
          <a:p>
            <a:r>
              <a:rPr lang="en-US" dirty="0"/>
              <a:t>Click icon to add picture</a:t>
            </a:r>
          </a:p>
        </p:txBody>
      </p:sp>
      <p:sp>
        <p:nvSpPr>
          <p:cNvPr id="7" name="Slide Number Placeholder 4">
            <a:extLst>
              <a:ext uri="{9A1E637D-B3E5-46E7-9D48-88B64936692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7517FA1-D22E-4034-949C-5925D5C49097}"/>
              </a:ext>
            </a:extLst>
          </p:cNvPr>
          <p:cNvSpPr>
            <a:spLocks noGrp="1"/>
          </p:cNvSpPr>
          <p:nvPr>
            <p:ph type="sldNum" sz="quarter" idx="12"/>
          </p:nvPr>
        </p:nvSpPr>
        <p:spPr/>
        <p:txBody>
          <a:bodyPr rtlCol="0"/>
          <a:lstStyle/>
          <a:p>
            <a:r>
              <a:rPr lang="en-US" dirty="0"/>
              <a:t>&lt;#&gt;</a:t>
            </a:r>
          </a:p>
        </p:txBody>
      </p:sp>
      <p:sp>
        <p:nvSpPr>
          <p:cNvPr id="8" name="Footer Placeholder 3">
            <a:extLst>
              <a:ext uri="{77C2C7BA-FD4F-432A-AE17-11E702FBCEC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7C5E412-98FD-4A2F-822C-5AFAB0C49013}"/>
              </a:ext>
            </a:extLst>
          </p:cNvPr>
          <p:cNvSpPr>
            <a:spLocks noGrp="1"/>
          </p:cNvSpPr>
          <p:nvPr>
            <p:ph type="ftr" sz="quarter" idx="11"/>
          </p:nvPr>
        </p:nvSpPr>
        <p:spPr/>
        <p:txBody>
          <a:bodyPr rtlCol="0"/>
          <a:lstStyle/>
          <a:p>
            <a:r>
              <a:rPr lang="en-US" dirty="0"/>
              <a:t>Footer</a:t>
            </a:r>
          </a:p>
        </p:txBody>
      </p:sp>
      <p:sp>
        <p:nvSpPr>
          <p:cNvPr id="9" name="Date Placeholder 1">
            <a:extLst>
              <a:ext uri="{62A367B9-BCC4-4C00-A4E8-F6DC9FF24EF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E67572F-6C6E-44A0-BB44-BFABA752A184}"/>
              </a:ext>
            </a:extLst>
          </p:cNvPr>
          <p:cNvSpPr>
            <a:spLocks noGrp="1"/>
          </p:cNvSpPr>
          <p:nvPr>
            <p:ph type="dt" sz="half" idx="10"/>
          </p:nvPr>
        </p:nvSpPr>
        <p:spPr/>
        <p:txBody>
          <a:bodyPr rtlCol="0"/>
          <a:lstStyle/>
          <a:p>
            <a:r>
              <a:rPr lang="en-US" dirty="0"/>
              <a:t>Date</a:t>
            </a:r>
          </a:p>
        </p:txBody>
      </p:sp>
    </p:spTree>
    <p:custDataLst>
      <p:tags r:id="rId1"/>
    </p:custDataLst>
    <p:extLst>
      <p:ext uri="{040442CC-F984-4726-9309-64BB011F8438}">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31367180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lideMaster1">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A06A911-AF30-4F52-8AAC-603EB7A4D5A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F23CF0A-0247-40B0-810C-62A607E8D966}"/>
              </a:ext>
            </a:extLst>
          </p:cNvPr>
          <p:cNvSpPr>
            <a:spLocks noGrp="1"/>
          </p:cNvSpPr>
          <p:nvPr>
            <p:ph type="title"/>
          </p:nvPr>
        </p:nvSpPr>
        <p:spPr>
          <a:xfrm>
            <a:off x="762000" y="349045"/>
            <a:ext cx="7620000" cy="857250"/>
          </a:xfrm>
          <a:prstGeom prst="rect">
            <a:avLst/>
          </a:prstGeom>
        </p:spPr>
        <p:txBody>
          <a:bodyPr lIns="91440" tIns="45720" rIns="91440" bIns="45720" rtlCol="0" anchor="b">
            <a:noAutofit/>
          </a:bodyPr>
          <a:lstStyle/>
          <a:p>
            <a:r>
              <a:rPr lang="en-US" dirty="0"/>
              <a:t>Click to edit Master title style</a:t>
            </a:r>
          </a:p>
        </p:txBody>
      </p:sp>
      <p:sp>
        <p:nvSpPr>
          <p:cNvPr id="3" name="Text Placeholder 2">
            <a:extLst>
              <a:ext uri="{7A73B148-D1A9-4236-ADED-A6C58CB263E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93391FF-650B-4BBD-A32C-E31E6F069F0E}"/>
              </a:ext>
            </a:extLst>
          </p:cNvPr>
          <p:cNvSpPr>
            <a:spLocks noGrp="1"/>
          </p:cNvSpPr>
          <p:nvPr>
            <p:ph type="body" idx="1"/>
          </p:nvPr>
        </p:nvSpPr>
        <p:spPr>
          <a:xfrm>
            <a:off x="762000" y="1428750"/>
            <a:ext cx="7620000" cy="3048000"/>
          </a:xfrm>
          <a:prstGeom prst="rect">
            <a:avLst/>
          </a:prstGeom>
        </p:spPr>
        <p:txBody>
          <a:bodyPr lIns="91440" tIns="9360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5">
            <a:extLst>
              <a:ext uri="{C5189643-378A-499D-9551-18687F51ED0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11FFD9A-2959-4EA1-8DF6-622B34337BAA}"/>
              </a:ext>
            </a:extLst>
          </p:cNvPr>
          <p:cNvSpPr>
            <a:spLocks noGrp="1"/>
          </p:cNvSpPr>
          <p:nvPr>
            <p:ph type="sldNum" sz="quarter" idx="4"/>
          </p:nvPr>
        </p:nvSpPr>
        <p:spPr>
          <a:xfrm>
            <a:off x="7767815" y="4695033"/>
            <a:ext cx="613018" cy="285750"/>
          </a:xfrm>
          <a:prstGeom prst="rect">
            <a:avLst/>
          </a:prstGeom>
        </p:spPr>
        <p:txBody>
          <a:bodyPr lIns="91440" tIns="45720" rIns="91440" bIns="45720" rtlCol="0" anchor="ctr"/>
          <a:lstStyle>
            <a:lvl1pPr lvl="0" algn="r">
              <a:defRPr lang="en-US" sz="600" b="0" i="0" dirty="0">
                <a:solidFill>
                  <a:schemeClr val="tx1">
                    <a:lumMod val="50000"/>
                    <a:lumOff val="50000"/>
                  </a:schemeClr>
                </a:solidFill>
                <a:latin typeface="+mn-lt"/>
              </a:defRPr>
            </a:lvl1pPr>
          </a:lstStyle>
          <a:p>
            <a:r>
              <a:rPr lang="en-US" dirty="0"/>
              <a:t>&lt;#&gt;</a:t>
            </a:r>
          </a:p>
        </p:txBody>
      </p:sp>
      <p:sp>
        <p:nvSpPr>
          <p:cNvPr id="5" name="Footer Placeholder 4">
            <a:extLst>
              <a:ext uri="{2862BBBD-E97E-473A-BA75-3F4D5A52B20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A4F42FC-1591-44F6-B535-26E29B619495}"/>
              </a:ext>
            </a:extLst>
          </p:cNvPr>
          <p:cNvSpPr>
            <a:spLocks noGrp="1"/>
          </p:cNvSpPr>
          <p:nvPr>
            <p:ph type="ftr" sz="quarter" idx="3"/>
          </p:nvPr>
        </p:nvSpPr>
        <p:spPr>
          <a:xfrm>
            <a:off x="2495550" y="4686300"/>
            <a:ext cx="5181600" cy="285750"/>
          </a:xfrm>
          <a:prstGeom prst="rect">
            <a:avLst/>
          </a:prstGeom>
        </p:spPr>
        <p:txBody>
          <a:bodyPr lIns="91440" tIns="45720" rIns="91440" bIns="45720" rtlCol="0" anchor="ctr"/>
          <a:lstStyle>
            <a:lvl1pPr lvl="0" algn="ctr">
              <a:defRPr lang="en-US" sz="600" b="0" i="0" dirty="0">
                <a:solidFill>
                  <a:schemeClr val="tx1">
                    <a:lumMod val="50000"/>
                    <a:lumOff val="50000"/>
                  </a:schemeClr>
                </a:solidFill>
                <a:latin typeface="+mn-lt"/>
              </a:defRPr>
            </a:lvl1pPr>
          </a:lstStyle>
          <a:p>
            <a:r>
              <a:rPr lang="en-US" dirty="0"/>
              <a:t>Footer</a:t>
            </a:r>
          </a:p>
        </p:txBody>
      </p:sp>
      <p:sp>
        <p:nvSpPr>
          <p:cNvPr id="6" name="Date Placeholder 3">
            <a:extLst>
              <a:ext uri="{1D4CF6CF-A787-4922-B688-30A43458D6D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99DC1A3-591F-4808-9757-971A6274D741}"/>
              </a:ext>
            </a:extLst>
          </p:cNvPr>
          <p:cNvSpPr>
            <a:spLocks noGrp="1"/>
          </p:cNvSpPr>
          <p:nvPr>
            <p:ph type="dt" sz="half" idx="2"/>
          </p:nvPr>
        </p:nvSpPr>
        <p:spPr>
          <a:xfrm>
            <a:off x="762000" y="4695033"/>
            <a:ext cx="1639570" cy="285750"/>
          </a:xfrm>
          <a:prstGeom prst="rect">
            <a:avLst/>
          </a:prstGeom>
        </p:spPr>
        <p:txBody>
          <a:bodyPr lIns="91440" tIns="45720" rIns="91440" bIns="45720" rtlCol="0" anchor="ctr"/>
          <a:lstStyle>
            <a:lvl1pPr lvl="0" algn="l">
              <a:defRPr lang="en-US" sz="600" b="0" i="0" dirty="0">
                <a:solidFill>
                  <a:schemeClr val="tx1">
                    <a:lumMod val="50000"/>
                    <a:lumOff val="50000"/>
                  </a:schemeClr>
                </a:solidFill>
                <a:latin typeface="+mn-lt"/>
              </a:defRPr>
            </a:lvl1pPr>
          </a:lstStyle>
          <a:p>
            <a:r>
              <a:rPr lang="en-US" dirty="0"/>
              <a:t>Date</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ftr="0" dt="0"/>
  <p:txStyles>
    <p:titleStyle>
      <a:lvl1pPr lvl="0" algn="l" rtl="0">
        <a:lnSpc>
          <a:spcPct val="100000"/>
        </a:lnSpc>
        <a:spcBef>
          <a:spcPct val="0"/>
        </a:spcBef>
        <a:buNone/>
        <a:defRPr lang="en-US" sz="3200" b="1" i="0" dirty="0">
          <a:solidFill>
            <a:schemeClr val="tx1"/>
          </a:solidFill>
          <a:latin typeface="+mj-lt"/>
        </a:defRPr>
      </a:lvl1pPr>
    </p:titleStyle>
    <p:bodyStyle>
      <a:lvl1pPr marL="342900" lvl="0" indent="-342900" algn="l" rtl="0">
        <a:spcBef>
          <a:spcPts val="1200"/>
        </a:spcBef>
        <a:buChar char="•"/>
        <a:defRPr lang="en-US" sz="1600" b="0" i="0" dirty="0">
          <a:solidFill>
            <a:schemeClr val="tx1"/>
          </a:solidFill>
          <a:latin typeface="+mn-lt"/>
        </a:defRPr>
      </a:lvl1pPr>
      <a:lvl2pPr marL="742950" lvl="1" indent="-285750" algn="l" rtl="0">
        <a:spcBef>
          <a:spcPts val="300"/>
        </a:spcBef>
        <a:buChar char="-"/>
        <a:defRPr lang="en-US" sz="1400" b="0" i="0" dirty="0">
          <a:solidFill>
            <a:schemeClr val="tx1">
              <a:lumMod val="85000"/>
              <a:lumOff val="15000"/>
            </a:schemeClr>
          </a:solidFill>
          <a:latin typeface="+mn-lt"/>
        </a:defRPr>
      </a:lvl2pPr>
      <a:lvl3pPr marL="1143000" lvl="2" indent="-228600" algn="l" rtl="0">
        <a:spcBef>
          <a:spcPts val="300"/>
        </a:spcBef>
        <a:buChar char="-"/>
        <a:defRPr lang="en-US" sz="1200" b="0" i="0" dirty="0">
          <a:solidFill>
            <a:schemeClr val="tx1">
              <a:lumMod val="75000"/>
              <a:lumOff val="25000"/>
            </a:schemeClr>
          </a:solidFill>
          <a:latin typeface="+mn-lt"/>
        </a:defRPr>
      </a:lvl3pPr>
      <a:lvl4pPr marL="1600200" lvl="3" indent="-228600" algn="l" rtl="0">
        <a:spcBef>
          <a:spcPts val="300"/>
        </a:spcBef>
        <a:buChar char="-"/>
        <a:defRPr lang="en-US" sz="1000" b="0" i="0" dirty="0">
          <a:solidFill>
            <a:schemeClr val="tx1">
              <a:lumMod val="65000"/>
              <a:lumOff val="35000"/>
            </a:schemeClr>
          </a:solidFill>
          <a:latin typeface="+mn-lt"/>
        </a:defRPr>
      </a:lvl4pPr>
      <a:lvl5pPr marL="2057400" lvl="4" indent="-228600" algn="l" rtl="0">
        <a:spcBef>
          <a:spcPts val="300"/>
        </a:spcBef>
        <a:buChar char="-"/>
        <a:defRPr lang="en-US" sz="900" b="0" i="0" dirty="0">
          <a:solidFill>
            <a:schemeClr val="tx1">
              <a:lumMod val="50000"/>
              <a:lumOff val="50000"/>
            </a:schemeClr>
          </a:solidFill>
          <a:latin typeface="+mn-lt"/>
        </a:defRPr>
      </a:lvl5pPr>
      <a:lvl6pPr marL="2514600" lvl="5" indent="-228600" algn="l" rtl="0">
        <a:spcBef>
          <a:spcPct val="20000"/>
        </a:spcBef>
        <a:buChar char="-"/>
        <a:defRPr lang="en-US" sz="900" b="0" i="0" dirty="0">
          <a:solidFill>
            <a:schemeClr val="tx1">
              <a:lumMod val="50000"/>
              <a:lumOff val="50000"/>
            </a:schemeClr>
          </a:solidFill>
          <a:latin typeface="+mn-lt"/>
        </a:defRPr>
      </a:lvl6pPr>
      <a:lvl7pPr marL="2971800" lvl="6" indent="-228600" algn="l" rtl="0">
        <a:spcBef>
          <a:spcPct val="20000"/>
        </a:spcBef>
        <a:buChar char="-"/>
        <a:defRPr lang="en-US" sz="900" b="0" i="0" dirty="0">
          <a:solidFill>
            <a:schemeClr val="tx1">
              <a:lumMod val="50000"/>
              <a:lumOff val="50000"/>
            </a:schemeClr>
          </a:solidFill>
          <a:latin typeface="+mn-lt"/>
        </a:defRPr>
      </a:lvl7pPr>
      <a:lvl8pPr marL="3429000" lvl="7" indent="-228600" algn="l" rtl="0">
        <a:spcBef>
          <a:spcPct val="20000"/>
        </a:spcBef>
        <a:buChar char="-"/>
        <a:defRPr lang="en-US" sz="900" b="0" i="0" dirty="0">
          <a:solidFill>
            <a:schemeClr val="tx1">
              <a:lumMod val="50000"/>
              <a:lumOff val="50000"/>
            </a:schemeClr>
          </a:solidFill>
          <a:latin typeface="+mn-lt"/>
        </a:defRPr>
      </a:lvl8pPr>
      <a:lvl9pPr marL="3886200" lvl="8" indent="-228600" algn="l" rtl="0">
        <a:spcBef>
          <a:spcPct val="20000"/>
        </a:spcBef>
        <a:buChar char="-"/>
        <a:defRPr lang="en-US" sz="900" b="0" i="0" dirty="0">
          <a:solidFill>
            <a:schemeClr val="tx1">
              <a:lumMod val="50000"/>
              <a:lumOff val="50000"/>
            </a:schemeClr>
          </a:solidFill>
          <a:latin typeface="+mn-lt"/>
        </a:defRPr>
      </a:lvl9pPr>
    </p:bodyStyle>
    <p:otherStyle>
      <a:lvl1pPr marL="0" lvl="0" algn="l" rtl="0">
        <a:defRPr lang="en-US" sz="1800" dirty="0">
          <a:solidFill>
            <a:schemeClr val="tx1"/>
          </a:solidFill>
          <a:latin typeface="+mn-lt"/>
        </a:defRPr>
      </a:lvl1pPr>
      <a:lvl2pPr marL="457200" lvl="1" algn="l" rtl="0">
        <a:defRPr lang="en-US" sz="1800" dirty="0">
          <a:solidFill>
            <a:schemeClr val="tx1"/>
          </a:solidFill>
          <a:latin typeface="+mn-lt"/>
        </a:defRPr>
      </a:lvl2pPr>
      <a:lvl3pPr marL="914400" lvl="2" algn="l" rtl="0">
        <a:defRPr lang="en-US" sz="1800" dirty="0">
          <a:solidFill>
            <a:schemeClr val="tx1"/>
          </a:solidFill>
          <a:latin typeface="+mn-lt"/>
        </a:defRPr>
      </a:lvl3pPr>
      <a:lvl4pPr marL="1371600" lvl="3" algn="l" rtl="0">
        <a:defRPr lang="en-US" sz="1800" dirty="0">
          <a:solidFill>
            <a:schemeClr val="tx1"/>
          </a:solidFill>
          <a:latin typeface="+mn-lt"/>
        </a:defRPr>
      </a:lvl4pPr>
      <a:lvl5pPr marL="1828800" lvl="4" algn="l" rtl="0">
        <a:defRPr lang="en-US" sz="1800" dirty="0">
          <a:solidFill>
            <a:schemeClr val="tx1"/>
          </a:solidFill>
          <a:latin typeface="+mn-lt"/>
        </a:defRPr>
      </a:lvl5pPr>
      <a:lvl6pPr marL="2286000" lvl="5" algn="l" rtl="0">
        <a:defRPr lang="en-US" sz="1800" dirty="0">
          <a:solidFill>
            <a:schemeClr val="tx1"/>
          </a:solidFill>
          <a:latin typeface="+mn-lt"/>
        </a:defRPr>
      </a:lvl6pPr>
      <a:lvl7pPr marL="2743200" lvl="6" algn="l" rtl="0">
        <a:defRPr lang="en-US" sz="1800" dirty="0">
          <a:solidFill>
            <a:schemeClr val="tx1"/>
          </a:solidFill>
          <a:latin typeface="+mn-lt"/>
        </a:defRPr>
      </a:lvl7pPr>
      <a:lvl8pPr marL="3200400" lvl="7" algn="l" rtl="0">
        <a:defRPr lang="en-US" sz="1800" dirty="0">
          <a:solidFill>
            <a:schemeClr val="tx1"/>
          </a:solidFill>
          <a:latin typeface="+mn-lt"/>
        </a:defRPr>
      </a:lvl8pPr>
      <a:lvl9pPr marL="3657600" lvl="8" algn="l" rtl="0">
        <a:defRPr lang="en-US" sz="1800" dirty="0">
          <a:solidFill>
            <a:schemeClr val="tx1"/>
          </a:solidFill>
          <a:latin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44845F3A-088F-48C0-B874-D4682E52F7E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8661F7D-F637-41A9-9100-DB770F8A7C58}"/>
              </a:ext>
            </a:extLst>
          </p:cNvPr>
          <p:cNvSpPr>
            <a:spLocks noGrp="1"/>
          </p:cNvSpPr>
          <p:nvPr>
            <p:ph type="title"/>
          </p:nvPr>
        </p:nvSpPr>
        <p:spPr>
          <a:xfrm>
            <a:off x="1351643" y="1766323"/>
            <a:ext cx="6344557" cy="1366779"/>
          </a:xfrm>
        </p:spPr>
        <p:txBody>
          <a:bodyPr rtlCol="0"/>
          <a:lstStyle/>
          <a:p>
            <a:r>
              <a:rPr lang="en-GB" sz="4000" dirty="0"/>
              <a:t>GAN-Based Architecture for Low-dose Computed Tomography Imaging Denoising </a:t>
            </a:r>
            <a:endParaRPr lang="en-US" sz="4000" dirty="0"/>
          </a:p>
        </p:txBody>
      </p:sp>
      <p:sp>
        <p:nvSpPr>
          <p:cNvPr id="3" name="Subtitle 2">
            <a:extLst>
              <a:ext uri="{7B723C79-A7C2-4E5B-B8AB-920D67492F9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005AE36-109E-4E1E-ABC0-20120F9D5957}"/>
              </a:ext>
            </a:extLst>
          </p:cNvPr>
          <p:cNvSpPr>
            <a:spLocks noGrp="1"/>
          </p:cNvSpPr>
          <p:nvPr>
            <p:ph type="subTitle" idx="1"/>
          </p:nvPr>
        </p:nvSpPr>
        <p:spPr>
          <a:xfrm>
            <a:off x="1325517" y="3133102"/>
            <a:ext cx="6436178" cy="494945"/>
          </a:xfrm>
        </p:spPr>
        <p:txBody>
          <a:bodyPr rtlCol="0"/>
          <a:lstStyle/>
          <a:p>
            <a:r>
              <a:rPr lang="en-US" dirty="0"/>
              <a:t>November 2025</a:t>
            </a:r>
          </a:p>
        </p:txBody>
      </p:sp>
      <p:sp>
        <p:nvSpPr>
          <p:cNvPr id="4" name="Text Box 3">
            <a:extLst>
              <a:ext uri="{9BC74430-2327-428B-BC74-9764B0774A9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983C2A4-556E-4118-A730-2F4F679BA3A0}"/>
              </a:ext>
            </a:extLst>
          </p:cNvPr>
          <p:cNvSpPr txBox="1"/>
          <p:nvPr/>
        </p:nvSpPr>
        <p:spPr>
          <a:xfrm>
            <a:off x="2895600" y="3944791"/>
            <a:ext cx="3505200" cy="557845"/>
          </a:xfrm>
          <a:prstGeom prst="rect">
            <a:avLst/>
          </a:prstGeom>
        </p:spPr>
        <p:txBody>
          <a:bodyPr wrap="square" lIns="95250" tIns="47625" rIns="95250" bIns="47625" rtlCol="0" anchor="ctr">
            <a:spAutoFit/>
          </a:bodyPr>
          <a:lstStyle/>
          <a:p>
            <a:pPr>
              <a:defRPr lang="en-US" sz="1500" dirty="0"/>
            </a:pPr>
            <a:r>
              <a:rPr lang="en-US" b="1" dirty="0" err="1"/>
              <a:t>PATURI</a:t>
            </a:r>
            <a:r>
              <a:rPr lang="en-US" b="1" dirty="0"/>
              <a:t> SIVA </a:t>
            </a:r>
            <a:r>
              <a:rPr lang="en-US" b="1" dirty="0" err="1"/>
              <a:t>PRASAD</a:t>
            </a:r>
            <a:r>
              <a:rPr lang="en-US" b="1" dirty="0"/>
              <a:t>  ( 20MIA1107)</a:t>
            </a:r>
          </a:p>
          <a:p>
            <a:pPr>
              <a:defRPr lang="en-US" sz="1500" dirty="0"/>
            </a:pPr>
            <a:r>
              <a:rPr lang="en-US" b="1" dirty="0" err="1"/>
              <a:t>KARTHIKEYAN</a:t>
            </a:r>
            <a:r>
              <a:rPr lang="en-US" b="1" dirty="0"/>
              <a:t> A  (23MIA1123)</a:t>
            </a:r>
          </a:p>
        </p:txBody>
      </p:sp>
    </p:spTree>
    <p:extLst>
      <p:ext uri="{4ED15D88-0411-4207-A768-EF1F0D07CEBA}">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3136718047"/>
      </p:ext>
    </p:extLst>
  </p:cSld>
  <p:clrMapOvr>
    <a:masterClrMapping/>
  </p:clrMapOvr>
  <mc:AlternateContent xmlns:mc="http://schemas.openxmlformats.org/markup-compatibility/2006" xmlns:p14="http://schemas.microsoft.com/office/powerpoint/2010/main">
    <mc:Choice Requires="p14">
      <p:transition spd="slow" p14:dur="2000" advTm="23380"/>
    </mc:Choice>
    <mc:Fallback xmlns="">
      <p:transition spd="slow" advTm="2338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7">
            <a:extLst>
              <a:ext uri="{018BFE75-6F3C-4692-B9AD-86773765C53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FB1F1B9-74DE-4502-8B8F-9A1FD91486C7}"/>
              </a:ext>
            </a:extLst>
          </p:cNvPr>
          <p:cNvSpPr>
            <a:spLocks noGrp="1"/>
          </p:cNvSpPr>
          <p:nvPr>
            <p:ph type="title"/>
          </p:nvPr>
        </p:nvSpPr>
        <p:spPr/>
        <p:txBody>
          <a:bodyPr rtlCol="0"/>
          <a:lstStyle/>
          <a:p>
            <a:r>
              <a:rPr lang="en-US" dirty="0"/>
              <a:t>Problem Statement</a:t>
            </a:r>
          </a:p>
        </p:txBody>
      </p:sp>
      <p:sp>
        <p:nvSpPr>
          <p:cNvPr id="3" name="Content Placeholder 2">
            <a:extLst>
              <a:ext uri="{911E322E-500E-4D4D-8B60-4219E4048433}">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4261F38-DF8B-42A5-A96E-7170DED9CE20}"/>
              </a:ext>
            </a:extLst>
          </p:cNvPr>
          <p:cNvSpPr>
            <a:spLocks noGrp="1"/>
          </p:cNvSpPr>
          <p:nvPr>
            <p:ph idx="1"/>
          </p:nvPr>
        </p:nvSpPr>
        <p:spPr/>
        <p:txBody>
          <a:bodyPr rtlCol="0">
            <a:normAutofit/>
          </a:bodyPr>
          <a:lstStyle/>
          <a:p>
            <a:r>
              <a:rPr lang="en-US" dirty="0"/>
              <a:t>Low-dose CT scans are essential for reducing patient radiation exposure, but they suffer from high noise levels that degrade image quality. This noise obscures critical anatomical details, making diagnosis challenging. Traditional </a:t>
            </a:r>
            <a:r>
              <a:rPr lang="en-US" dirty="0" err="1"/>
              <a:t>denoising</a:t>
            </a:r>
            <a:r>
              <a:rPr lang="en-US" dirty="0"/>
              <a:t> methods often blur fine structures or introduce artifacts. There is a pressing need for intelligent, physics-aware </a:t>
            </a:r>
            <a:r>
              <a:rPr lang="en-US" dirty="0" err="1"/>
              <a:t>denoising</a:t>
            </a:r>
            <a:r>
              <a:rPr lang="en-US" dirty="0"/>
              <a:t> techniques that preserve diagnostic information while removing noise effectively. Our approach addresses this gap through deep learning-based </a:t>
            </a:r>
            <a:r>
              <a:rPr lang="en-US" dirty="0" err="1"/>
              <a:t>denoising</a:t>
            </a:r>
            <a:r>
              <a:rPr lang="en-US" dirty="0"/>
              <a:t> with superior fidelity and robustness.</a:t>
            </a:r>
          </a:p>
        </p:txBody>
      </p:sp>
    </p:spTree>
    <p:extLst>
      <p:ext uri="{8B0E5DF1-5AC4-46D1-85A0-434F14F6CAC8}">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3136718048"/>
      </p:ext>
    </p:extLst>
  </p:cSld>
  <p:clrMapOvr>
    <a:masterClrMapping/>
  </p:clrMapOvr>
  <mc:AlternateContent xmlns:mc="http://schemas.openxmlformats.org/markup-compatibility/2006" xmlns:p14="http://schemas.microsoft.com/office/powerpoint/2010/main">
    <mc:Choice Requires="p14">
      <p:transition spd="slow" p14:dur="2000" advTm="33351"/>
    </mc:Choice>
    <mc:Fallback xmlns="">
      <p:transition spd="slow" advTm="33351"/>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7">
            <a:extLst>
              <a:ext uri="{322E2D9B-D9F4-48F7-A770-F5FCCB64D133}">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2B24EE7-B24C-44AA-A5E1-B88423E38FE6}"/>
              </a:ext>
            </a:extLst>
          </p:cNvPr>
          <p:cNvSpPr>
            <a:spLocks noGrp="1"/>
          </p:cNvSpPr>
          <p:nvPr>
            <p:ph type="title"/>
          </p:nvPr>
        </p:nvSpPr>
        <p:spPr/>
        <p:txBody>
          <a:bodyPr rtlCol="0"/>
          <a:lstStyle/>
          <a:p>
            <a:r>
              <a:rPr lang="en-US" dirty="0"/>
              <a:t>Project Objectives</a:t>
            </a:r>
          </a:p>
        </p:txBody>
      </p:sp>
      <p:sp>
        <p:nvSpPr>
          <p:cNvPr id="3" name="Content Placeholder 2">
            <a:extLst>
              <a:ext uri="{3AA29804-7234-44F3-B8A1-5537307CF3A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639695E-DDF7-49E8-AE41-79A5709472EA}"/>
              </a:ext>
            </a:extLst>
          </p:cNvPr>
          <p:cNvSpPr>
            <a:spLocks noGrp="1"/>
          </p:cNvSpPr>
          <p:nvPr>
            <p:ph idx="1"/>
          </p:nvPr>
        </p:nvSpPr>
        <p:spPr/>
        <p:txBody>
          <a:bodyPr rtlCol="0">
            <a:normAutofit/>
          </a:bodyPr>
          <a:lstStyle/>
          <a:p>
            <a:r>
              <a:rPr lang="en-US" dirty="0"/>
              <a:t>Develop a dual-head </a:t>
            </a:r>
            <a:r>
              <a:rPr lang="en-US" dirty="0" err="1"/>
              <a:t>GAN</a:t>
            </a:r>
            <a:r>
              <a:rPr lang="en-US" dirty="0"/>
              <a:t> architecture to simultaneously recover clean image content and estimate noise residuals. Improve </a:t>
            </a:r>
            <a:r>
              <a:rPr lang="en-US" dirty="0" err="1"/>
              <a:t>PSNR</a:t>
            </a:r>
            <a:r>
              <a:rPr lang="en-US" dirty="0"/>
              <a:t> and </a:t>
            </a:r>
            <a:r>
              <a:rPr lang="en-US" dirty="0" err="1"/>
              <a:t>SSIM</a:t>
            </a:r>
            <a:r>
              <a:rPr lang="en-US" dirty="0"/>
              <a:t> metrics by at least 10 dB and 10% compared to baseline methods. Preserve fine anatomical details such as vessel boundaries and tissue textures. Ensure the model generalizes well across different noise levels and patient types. Validate performance on real-world CT datasets with clinical relevance.</a:t>
            </a:r>
          </a:p>
        </p:txBody>
      </p:sp>
    </p:spTree>
    <p:extLst>
      <p:ext uri="{B19C8323-17F4-416E-A5EA-2E5F8CE44700}">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3136718049"/>
      </p:ext>
    </p:extLst>
  </p:cSld>
  <p:clrMapOvr>
    <a:masterClrMapping/>
  </p:clrMapOvr>
  <mc:AlternateContent xmlns:mc="http://schemas.openxmlformats.org/markup-compatibility/2006" xmlns:p14="http://schemas.microsoft.com/office/powerpoint/2010/main">
    <mc:Choice Requires="p14">
      <p:transition spd="slow" p14:dur="2000" advTm="33627"/>
    </mc:Choice>
    <mc:Fallback xmlns="">
      <p:transition spd="slow" advTm="33627"/>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2">
            <a:extLst>
              <a:ext uri="{23534A77-7B20-4250-B557-6A6E1A83AD5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E834FB8-62E9-4CA2-BB23-82332A6ED5B6}"/>
              </a:ext>
            </a:extLst>
          </p:cNvPr>
          <p:cNvSpPr>
            <a:spLocks noGrp="1"/>
          </p:cNvSpPr>
          <p:nvPr>
            <p:ph type="body"/>
          </p:nvPr>
        </p:nvSpPr>
        <p:spPr>
          <a:xfrm>
            <a:off x="751114" y="1673712"/>
            <a:ext cx="3619500" cy="540644"/>
          </a:xfrm>
        </p:spPr>
        <p:txBody>
          <a:bodyPr rtlCol="0">
            <a:normAutofit/>
          </a:bodyPr>
          <a:lstStyle/>
          <a:p>
            <a:r>
              <a:rPr lang="en-US" dirty="0"/>
              <a:t>Clean Image Branch</a:t>
            </a:r>
          </a:p>
        </p:txBody>
      </p:sp>
      <p:sp>
        <p:nvSpPr>
          <p:cNvPr id="3" name="Text Placeholder 4">
            <a:extLst>
              <a:ext uri="{C6A8863B-882F-4128-81E2-F941BC726E8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D7C2DE3-396C-4404-B14A-B391B8774A65}"/>
              </a:ext>
            </a:extLst>
          </p:cNvPr>
          <p:cNvSpPr>
            <a:spLocks noGrp="1"/>
          </p:cNvSpPr>
          <p:nvPr>
            <p:ph type="body" idx="1"/>
          </p:nvPr>
        </p:nvSpPr>
        <p:spPr>
          <a:xfrm>
            <a:off x="4762500" y="1766909"/>
            <a:ext cx="3619500" cy="540644"/>
          </a:xfrm>
        </p:spPr>
        <p:txBody>
          <a:bodyPr rtlCol="0">
            <a:normAutofit/>
          </a:bodyPr>
          <a:lstStyle/>
          <a:p>
            <a:r>
              <a:rPr lang="en-US" dirty="0"/>
              <a:t>Noise Estimation Branch</a:t>
            </a:r>
          </a:p>
        </p:txBody>
      </p:sp>
      <p:sp>
        <p:nvSpPr>
          <p:cNvPr id="4" name="Content Placeholder 2">
            <a:extLst>
              <a:ext uri="{7452738D-AAE2-4B45-9731-0602F29E4E4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141A7B9-9674-4D53-86DF-EEDD718EE109}"/>
              </a:ext>
            </a:extLst>
          </p:cNvPr>
          <p:cNvSpPr>
            <a:spLocks noGrp="1"/>
          </p:cNvSpPr>
          <p:nvPr>
            <p:ph idx="2"/>
          </p:nvPr>
        </p:nvSpPr>
        <p:spPr>
          <a:xfrm>
            <a:off x="751114" y="2307553"/>
            <a:ext cx="3619500" cy="2510865"/>
          </a:xfrm>
        </p:spPr>
        <p:txBody>
          <a:bodyPr rtlCol="0">
            <a:normAutofit/>
          </a:bodyPr>
          <a:lstStyle/>
          <a:p>
            <a:r>
              <a:rPr lang="en-US" dirty="0"/>
              <a:t>Dual-Head </a:t>
            </a:r>
            <a:r>
              <a:rPr lang="en-US" dirty="0" err="1"/>
              <a:t>UNet</a:t>
            </a:r>
            <a:r>
              <a:rPr lang="en-US" dirty="0"/>
              <a:t> Architecture: One branch reconstructs clean image, the other estimates noise residual. Both branches share early encoder layers for feature consistency.</a:t>
            </a:r>
          </a:p>
        </p:txBody>
      </p:sp>
      <p:sp>
        <p:nvSpPr>
          <p:cNvPr id="6" name="Content Placeholder 2">
            <a:extLst>
              <a:ext uri="{81CDADB5-3E3A-4968-8E2D-EA13CDEFFDA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C5A8449E-4667-4A72-8A82-8627BECB1633}"/>
              </a:ext>
            </a:extLst>
          </p:cNvPr>
          <p:cNvSpPr>
            <a:spLocks noGrp="1"/>
          </p:cNvSpPr>
          <p:nvPr>
            <p:ph idx="4"/>
          </p:nvPr>
        </p:nvSpPr>
        <p:spPr>
          <a:xfrm>
            <a:off x="4754717" y="2307553"/>
            <a:ext cx="3619500" cy="2510865"/>
          </a:xfrm>
        </p:spPr>
        <p:txBody>
          <a:bodyPr rtlCol="0">
            <a:normAutofit/>
          </a:bodyPr>
          <a:lstStyle/>
          <a:p>
            <a:r>
              <a:rPr lang="en-US" dirty="0"/>
              <a:t>Noise Residual Branch: Outputs pixel-wise noise map, enabling precise subtraction and refinement of noisy input.</a:t>
            </a:r>
          </a:p>
        </p:txBody>
      </p:sp>
      <p:pic>
        <p:nvPicPr>
          <p:cNvPr id="7" name="Picture 6" descr="A diagram of a solution&#10;&#10;AI-generated content may be incorrect.">
            <a:extLst>
              <a:ext uri="{FF2B5EF4-FFF2-40B4-BE49-F238E27FC236}">
                <a16:creationId xmlns:a16="http://schemas.microsoft.com/office/drawing/2014/main" id="{E9BE7CF3-D2AC-F2F6-BB6B-D6358605CC8B}"/>
              </a:ext>
            </a:extLst>
          </p:cNvPr>
          <p:cNvPicPr>
            <a:picLocks noChangeAspect="1"/>
          </p:cNvPicPr>
          <p:nvPr/>
        </p:nvPicPr>
        <p:blipFill>
          <a:blip r:embed="rId3"/>
          <a:stretch>
            <a:fillRect/>
          </a:stretch>
        </p:blipFill>
        <p:spPr>
          <a:xfrm>
            <a:off x="2101378" y="209550"/>
            <a:ext cx="5061421" cy="1370965"/>
          </a:xfrm>
          <a:prstGeom prst="rect">
            <a:avLst/>
          </a:prstGeom>
        </p:spPr>
      </p:pic>
    </p:spTree>
    <p:extLst>
      <p:ext uri="{E28DD60C-638F-4B83-84E4-58D236673336}">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3136718049"/>
      </p:ext>
    </p:extLst>
  </p:cSld>
  <p:clrMapOvr>
    <a:masterClrMapping/>
  </p:clrMapOvr>
  <mc:AlternateContent xmlns:mc="http://schemas.openxmlformats.org/markup-compatibility/2006" xmlns:p14="http://schemas.microsoft.com/office/powerpoint/2010/main">
    <mc:Choice Requires="p14">
      <p:transition spd="slow" p14:dur="2000" advTm="28093"/>
    </mc:Choice>
    <mc:Fallback xmlns="">
      <p:transition spd="slow" advTm="28093"/>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2">
            <a:extLst>
              <a:ext uri="{9B88AE67-6139-4F69-AAEB-56BD4BEB48EB}">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4B4FF60-CD5F-473B-AFF4-515767038EA0}"/>
              </a:ext>
            </a:extLst>
          </p:cNvPr>
          <p:cNvSpPr>
            <a:spLocks noGrp="1"/>
          </p:cNvSpPr>
          <p:nvPr>
            <p:ph type="body"/>
          </p:nvPr>
        </p:nvSpPr>
        <p:spPr/>
        <p:txBody>
          <a:bodyPr rtlCol="0">
            <a:normAutofit/>
          </a:bodyPr>
          <a:lstStyle/>
          <a:p>
            <a:r>
              <a:rPr lang="en-US" dirty="0"/>
              <a:t>Local Discriminator</a:t>
            </a:r>
          </a:p>
        </p:txBody>
      </p:sp>
      <p:sp>
        <p:nvSpPr>
          <p:cNvPr id="3" name="Text Placeholder 4">
            <a:extLst>
              <a:ext uri="{0D8D9C97-4F5E-4492-80A9-610EBE45F14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E83269F-91EF-439D-9477-77A8F6D3D987}"/>
              </a:ext>
            </a:extLst>
          </p:cNvPr>
          <p:cNvSpPr>
            <a:spLocks noGrp="1"/>
          </p:cNvSpPr>
          <p:nvPr>
            <p:ph type="body" idx="1"/>
          </p:nvPr>
        </p:nvSpPr>
        <p:spPr/>
        <p:txBody>
          <a:bodyPr rtlCol="0">
            <a:normAutofit/>
          </a:bodyPr>
          <a:lstStyle/>
          <a:p>
            <a:r>
              <a:rPr lang="en-US" dirty="0"/>
              <a:t>Global Discriminator</a:t>
            </a:r>
          </a:p>
        </p:txBody>
      </p:sp>
      <p:sp>
        <p:nvSpPr>
          <p:cNvPr id="4" name="Content Placeholder 2">
            <a:extLst>
              <a:ext uri="{BB7A14D7-C0CE-4123-872A-84C23B75B5A3}">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46C1B77-8647-4126-8264-C1AC1D6D2C89}"/>
              </a:ext>
            </a:extLst>
          </p:cNvPr>
          <p:cNvSpPr>
            <a:spLocks noGrp="1"/>
          </p:cNvSpPr>
          <p:nvPr>
            <p:ph idx="2"/>
          </p:nvPr>
        </p:nvSpPr>
        <p:spPr/>
        <p:txBody>
          <a:bodyPr rtlCol="0">
            <a:normAutofit/>
          </a:bodyPr>
          <a:lstStyle/>
          <a:p>
            <a:r>
              <a:rPr lang="en-US" dirty="0" err="1"/>
              <a:t>PatchGAN</a:t>
            </a:r>
            <a:r>
              <a:rPr lang="en-US" dirty="0"/>
              <a:t> (70×70) provides local perceptual consistency by evaluating small image patches. It ensures spatial coherence across regions with varying noise patterns.</a:t>
            </a:r>
          </a:p>
        </p:txBody>
      </p:sp>
      <p:sp>
        <p:nvSpPr>
          <p:cNvPr id="5" name="Title 1">
            <a:extLst>
              <a:ext uri="{A20FB784-00D3-4CEB-B353-0E9F7987189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3B92206-E336-41C5-9FC9-AB81F522251E}"/>
              </a:ext>
            </a:extLst>
          </p:cNvPr>
          <p:cNvSpPr>
            <a:spLocks noGrp="1"/>
          </p:cNvSpPr>
          <p:nvPr>
            <p:ph type="title" idx="3"/>
          </p:nvPr>
        </p:nvSpPr>
        <p:spPr/>
        <p:txBody>
          <a:bodyPr rtlCol="0"/>
          <a:lstStyle/>
          <a:p>
            <a:r>
              <a:rPr lang="en-US" dirty="0"/>
              <a:t>Architecture Overview</a:t>
            </a:r>
          </a:p>
        </p:txBody>
      </p:sp>
      <p:sp>
        <p:nvSpPr>
          <p:cNvPr id="6" name="Content Placeholder 2">
            <a:extLst>
              <a:ext uri="{05BA20C8-9A25-4CAF-828D-48A2455FF2F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3A355A1-FA12-472B-B125-E5210B840F93}"/>
              </a:ext>
            </a:extLst>
          </p:cNvPr>
          <p:cNvSpPr>
            <a:spLocks noGrp="1"/>
          </p:cNvSpPr>
          <p:nvPr>
            <p:ph idx="4"/>
          </p:nvPr>
        </p:nvSpPr>
        <p:spPr/>
        <p:txBody>
          <a:bodyPr rtlCol="0">
            <a:normAutofit/>
          </a:bodyPr>
          <a:lstStyle/>
          <a:p>
            <a:r>
              <a:rPr lang="en-US" dirty="0"/>
              <a:t>Global Discriminator evaluates overall image structure and realism using scalar output. It prevents over-smoothing and maintains global anatomical integrity.</a:t>
            </a:r>
          </a:p>
        </p:txBody>
      </p:sp>
    </p:spTree>
    <p:extLst>
      <p:ext uri="{57074155-8778-4E3C-999F-6867DCDC909A}">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3136718050"/>
      </p:ext>
    </p:extLst>
  </p:cSld>
  <p:clrMapOvr>
    <a:masterClrMapping/>
  </p:clrMapOvr>
  <mc:AlternateContent xmlns:mc="http://schemas.openxmlformats.org/markup-compatibility/2006" xmlns:p14="http://schemas.microsoft.com/office/powerpoint/2010/main">
    <mc:Choice Requires="p14">
      <p:transition spd="slow" p14:dur="2000" advTm="23491"/>
    </mc:Choice>
    <mc:Fallback xmlns="">
      <p:transition spd="slow" advTm="23491"/>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diagram of a computer process&#10;&#10;AI-generated content may be incorrect.">
            <a:extLst>
              <a:ext uri="{FF2B5EF4-FFF2-40B4-BE49-F238E27FC236}">
                <a16:creationId xmlns:a16="http://schemas.microsoft.com/office/drawing/2014/main" id="{1D8143FF-E4DC-9B51-2208-A8BA3F5EE1A9}"/>
              </a:ext>
            </a:extLst>
          </p:cNvPr>
          <p:cNvPicPr>
            <a:picLocks noChangeAspect="1"/>
          </p:cNvPicPr>
          <p:nvPr/>
        </p:nvPicPr>
        <p:blipFill>
          <a:blip r:embed="rId2"/>
          <a:stretch>
            <a:fillRect/>
          </a:stretch>
        </p:blipFill>
        <p:spPr>
          <a:xfrm>
            <a:off x="1727126" y="285749"/>
            <a:ext cx="5816674" cy="4538511"/>
          </a:xfrm>
          <a:prstGeom prst="rect">
            <a:avLst/>
          </a:prstGeom>
        </p:spPr>
      </p:pic>
    </p:spTree>
    <p:extLst>
      <p:ext uri="{BB962C8B-B14F-4D97-AF65-F5344CB8AC3E}">
        <p14:creationId xmlns:p14="http://schemas.microsoft.com/office/powerpoint/2010/main" val="2191455071"/>
      </p:ext>
    </p:extLst>
  </p:cSld>
  <p:clrMapOvr>
    <a:masterClrMapping/>
  </p:clrMapOvr>
  <mc:AlternateContent xmlns:mc="http://schemas.openxmlformats.org/markup-compatibility/2006" xmlns:p14="http://schemas.microsoft.com/office/powerpoint/2010/main">
    <mc:Choice Requires="p14">
      <p:transition spd="slow" p14:dur="2000" advTm="41095"/>
    </mc:Choice>
    <mc:Fallback xmlns="">
      <p:transition spd="slow" advTm="41095"/>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7">
            <a:extLst>
              <a:ext uri="{753FB5F2-F56E-40E8-B3D9-D21A85B1863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493245B-AAEB-4E7E-8D62-928ACD6B649F}"/>
              </a:ext>
            </a:extLst>
          </p:cNvPr>
          <p:cNvSpPr>
            <a:spLocks noGrp="1"/>
          </p:cNvSpPr>
          <p:nvPr>
            <p:ph type="title"/>
          </p:nvPr>
        </p:nvSpPr>
        <p:spPr/>
        <p:txBody>
          <a:bodyPr rtlCol="0"/>
          <a:lstStyle/>
          <a:p>
            <a:r>
              <a:rPr lang="en-US" dirty="0"/>
              <a:t>Loss Function Composition</a:t>
            </a:r>
          </a:p>
        </p:txBody>
      </p:sp>
      <p:sp>
        <p:nvSpPr>
          <p:cNvPr id="3" name="Content Placeholder 2">
            <a:extLst>
              <a:ext uri="{B0D53B50-0354-47E6-8E06-7DF23583A44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C20F7B6-9F0C-44CE-9709-3EDAFC3376C3}"/>
              </a:ext>
            </a:extLst>
          </p:cNvPr>
          <p:cNvSpPr>
            <a:spLocks noGrp="1"/>
          </p:cNvSpPr>
          <p:nvPr>
            <p:ph idx="1"/>
          </p:nvPr>
        </p:nvSpPr>
        <p:spPr/>
        <p:txBody>
          <a:bodyPr rtlCol="0">
            <a:normAutofit/>
          </a:bodyPr>
          <a:lstStyle/>
          <a:p>
            <a:r>
              <a:rPr lang="en-US" dirty="0"/>
              <a:t>Adversarial loss (0.1): Enforces realism via </a:t>
            </a:r>
            <a:r>
              <a:rPr lang="en-US" dirty="0" err="1"/>
              <a:t>PatchGAN</a:t>
            </a:r>
            <a:r>
              <a:rPr lang="en-US" dirty="0"/>
              <a:t> and Global discriminators. Content loss (10.0): Preserves structural features using L1 similarity to ground truth. Noise loss (5.0): Encourages accurate noise residual estimation. Orthogonality loss (1.0): Promotes independence between clean and noise branches to prevent information leakage. This balanced formulation ensures high-quality, artifact-free </a:t>
            </a:r>
            <a:r>
              <a:rPr lang="en-US" dirty="0" err="1"/>
              <a:t>denoising</a:t>
            </a:r>
            <a:r>
              <a:rPr lang="en-US" dirty="0"/>
              <a:t> while maintaining anatomical fidelity.</a:t>
            </a:r>
          </a:p>
        </p:txBody>
      </p:sp>
    </p:spTree>
    <p:extLst>
      <p:ext uri="{7A9E70E0-4748-44B9-8784-B3657165F471}">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3136718051"/>
      </p:ext>
    </p:extLst>
  </p:cSld>
  <p:clrMapOvr>
    <a:masterClrMapping/>
  </p:clrMapOvr>
  <mc:AlternateContent xmlns:mc="http://schemas.openxmlformats.org/markup-compatibility/2006" xmlns:p14="http://schemas.microsoft.com/office/powerpoint/2010/main">
    <mc:Choice Requires="p14">
      <p:transition spd="slow" p14:dur="2000" advTm="47450"/>
    </mc:Choice>
    <mc:Fallback xmlns="">
      <p:transition spd="slow" advTm="4745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diagram of a computer process&#10;&#10;AI-generated content may be incorrect.">
            <a:extLst>
              <a:ext uri="{FF2B5EF4-FFF2-40B4-BE49-F238E27FC236}">
                <a16:creationId xmlns:a16="http://schemas.microsoft.com/office/drawing/2014/main" id="{B6240C72-1F01-2A87-46C9-368FED9FBF1B}"/>
              </a:ext>
            </a:extLst>
          </p:cNvPr>
          <p:cNvPicPr>
            <a:picLocks noChangeAspect="1"/>
          </p:cNvPicPr>
          <p:nvPr/>
        </p:nvPicPr>
        <p:blipFill>
          <a:blip r:embed="rId2"/>
          <a:stretch>
            <a:fillRect/>
          </a:stretch>
        </p:blipFill>
        <p:spPr>
          <a:xfrm>
            <a:off x="2057400" y="389514"/>
            <a:ext cx="4797545" cy="4163436"/>
          </a:xfrm>
          <a:prstGeom prst="rect">
            <a:avLst/>
          </a:prstGeom>
        </p:spPr>
      </p:pic>
    </p:spTree>
    <p:extLst>
      <p:ext uri="{BB962C8B-B14F-4D97-AF65-F5344CB8AC3E}">
        <p14:creationId xmlns:p14="http://schemas.microsoft.com/office/powerpoint/2010/main" val="124891022"/>
      </p:ext>
    </p:extLst>
  </p:cSld>
  <p:clrMapOvr>
    <a:masterClrMapping/>
  </p:clrMapOvr>
  <mc:AlternateContent xmlns:mc="http://schemas.openxmlformats.org/markup-compatibility/2006" xmlns:p14="http://schemas.microsoft.com/office/powerpoint/2010/main">
    <mc:Choice Requires="p14">
      <p:transition spd="slow" p14:dur="2000" advTm="23659"/>
    </mc:Choice>
    <mc:Fallback xmlns="">
      <p:transition spd="slow" advTm="23659"/>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7">
            <a:extLst>
              <a:ext uri="{6193EFFA-5A40-4B3D-8AA3-C79139C0946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3FCA893-3C44-422C-AC94-7D5BE996AF1F}"/>
              </a:ext>
            </a:extLst>
          </p:cNvPr>
          <p:cNvSpPr>
            <a:spLocks noGrp="1"/>
          </p:cNvSpPr>
          <p:nvPr>
            <p:ph type="title"/>
          </p:nvPr>
        </p:nvSpPr>
        <p:spPr/>
        <p:txBody>
          <a:bodyPr rtlCol="0"/>
          <a:lstStyle/>
          <a:p>
            <a:r>
              <a:rPr lang="en-US" dirty="0"/>
              <a:t>Dataset Details</a:t>
            </a:r>
          </a:p>
        </p:txBody>
      </p:sp>
      <p:sp>
        <p:nvSpPr>
          <p:cNvPr id="3" name="Content Placeholder 2">
            <a:extLst>
              <a:ext uri="{AD1F1464-C938-4AB0-8D00-6B4815354DB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FD19326-D0FE-46F8-9F6E-41606E7028DA}"/>
              </a:ext>
            </a:extLst>
          </p:cNvPr>
          <p:cNvSpPr>
            <a:spLocks noGrp="1"/>
          </p:cNvSpPr>
          <p:nvPr>
            <p:ph idx="1"/>
          </p:nvPr>
        </p:nvSpPr>
        <p:spPr/>
        <p:txBody>
          <a:bodyPr rtlCol="0">
            <a:normAutofit/>
          </a:bodyPr>
          <a:lstStyle/>
          <a:p>
            <a:r>
              <a:rPr lang="en-US" dirty="0"/>
              <a:t>3,684 CT slices from abdominal and thoracic scans, comprising 1,040 paired (noisy, clean) image pairs. Noise is added with Gaussian distribution σ = 0.05 to simulate clinical low-dose conditions. Data is split into 80% training, 10% validation, and 10% testing sets. All images are normalized to [0,1] range and resized to 256×256 for consistent input. The dataset covers diverse patient anatomies and noise patterns, ensuring robust generalization.</a:t>
            </a:r>
          </a:p>
        </p:txBody>
      </p:sp>
    </p:spTree>
    <p:extLst>
      <p:ext uri="{80868576-2F48-4E87-A7FD-3849DD325B6F}">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3136718052"/>
      </p:ext>
    </p:extLst>
  </p:cSld>
  <p:clrMapOvr>
    <a:masterClrMapping/>
  </p:clrMapOvr>
  <mc:AlternateContent xmlns:mc="http://schemas.openxmlformats.org/markup-compatibility/2006" xmlns:p14="http://schemas.microsoft.com/office/powerpoint/2010/main">
    <mc:Choice Requires="p14">
      <p:transition spd="slow" p14:dur="2000" advTm="35017"/>
    </mc:Choice>
    <mc:Fallback xmlns="">
      <p:transition spd="slow" advTm="35017"/>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2">
            <a:extLst>
              <a:ext uri="{736DDB6C-3113-42E1-8C45-A175CEF35B5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7998A73-D542-4701-A5C5-24C3F43D03B7}"/>
              </a:ext>
            </a:extLst>
          </p:cNvPr>
          <p:cNvSpPr>
            <a:spLocks noGrp="1"/>
          </p:cNvSpPr>
          <p:nvPr>
            <p:ph type="body"/>
          </p:nvPr>
        </p:nvSpPr>
        <p:spPr/>
        <p:txBody>
          <a:bodyPr rtlCol="0">
            <a:normAutofit/>
          </a:bodyPr>
          <a:lstStyle/>
          <a:p>
            <a:r>
              <a:rPr lang="en-US" dirty="0"/>
              <a:t>Quantitative Results</a:t>
            </a:r>
          </a:p>
        </p:txBody>
      </p:sp>
      <p:sp>
        <p:nvSpPr>
          <p:cNvPr id="3" name="Text Placeholder 4">
            <a:extLst>
              <a:ext uri="{7B5E6E40-168B-4ED5-A934-02057062AC8B}">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290A685-59AA-4327-8A45-45892B583D43}"/>
              </a:ext>
            </a:extLst>
          </p:cNvPr>
          <p:cNvSpPr>
            <a:spLocks noGrp="1"/>
          </p:cNvSpPr>
          <p:nvPr>
            <p:ph type="body" idx="1"/>
          </p:nvPr>
        </p:nvSpPr>
        <p:spPr/>
        <p:txBody>
          <a:bodyPr rtlCol="0">
            <a:normAutofit/>
          </a:bodyPr>
          <a:lstStyle/>
          <a:p>
            <a:r>
              <a:rPr lang="en-US" dirty="0"/>
              <a:t>Visual Quality</a:t>
            </a:r>
          </a:p>
        </p:txBody>
      </p:sp>
      <p:sp>
        <p:nvSpPr>
          <p:cNvPr id="4" name="Content Placeholder 2">
            <a:extLst>
              <a:ext uri="{D719DAC0-50A4-4FCD-B0E4-AA226B2B127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FBE2410-41B0-41E8-B838-4877C813A0E1}"/>
              </a:ext>
            </a:extLst>
          </p:cNvPr>
          <p:cNvSpPr>
            <a:spLocks noGrp="1"/>
          </p:cNvSpPr>
          <p:nvPr>
            <p:ph idx="2"/>
          </p:nvPr>
        </p:nvSpPr>
        <p:spPr/>
        <p:txBody>
          <a:bodyPr rtlCol="0">
            <a:normAutofit/>
          </a:bodyPr>
          <a:lstStyle/>
          <a:p>
            <a:r>
              <a:rPr lang="en-US" dirty="0" err="1"/>
              <a:t>PSNR</a:t>
            </a:r>
            <a:r>
              <a:rPr lang="en-US" dirty="0"/>
              <a:t> improved from baseline (15.2 dB) to 28–32 dB (+13 dB), indicating significant noise reduction.</a:t>
            </a:r>
          </a:p>
          <a:p>
            <a:r>
              <a:rPr lang="en-US" dirty="0" err="1"/>
              <a:t>SSIM</a:t>
            </a:r>
            <a:r>
              <a:rPr lang="en-US" dirty="0"/>
              <a:t> increased from 0.70 to 0.85–0.92 (+45%), showing better structural similarity and visual quality.</a:t>
            </a:r>
          </a:p>
        </p:txBody>
      </p:sp>
      <p:sp>
        <p:nvSpPr>
          <p:cNvPr id="5" name="Title 1">
            <a:extLst>
              <a:ext uri="{3DCBD543-4286-4B83-AAC9-CA65B4F5A41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DD73A31-9C3F-4452-8497-B358D6842D6B}"/>
              </a:ext>
            </a:extLst>
          </p:cNvPr>
          <p:cNvSpPr>
            <a:spLocks noGrp="1"/>
          </p:cNvSpPr>
          <p:nvPr>
            <p:ph type="title" idx="3"/>
          </p:nvPr>
        </p:nvSpPr>
        <p:spPr/>
        <p:txBody>
          <a:bodyPr rtlCol="0"/>
          <a:lstStyle/>
          <a:p>
            <a:r>
              <a:rPr lang="en-US" dirty="0"/>
              <a:t>EVALUATION AND ANALYSIS</a:t>
            </a:r>
          </a:p>
        </p:txBody>
      </p:sp>
      <p:sp>
        <p:nvSpPr>
          <p:cNvPr id="6" name="Content Placeholder 2">
            <a:extLst>
              <a:ext uri="{C4796AA7-0BC7-4233-9617-994B7656147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E44F864-9266-49C4-ACDC-2F6E1AA3B2F8}"/>
              </a:ext>
            </a:extLst>
          </p:cNvPr>
          <p:cNvSpPr>
            <a:spLocks noGrp="1"/>
          </p:cNvSpPr>
          <p:nvPr>
            <p:ph idx="4"/>
          </p:nvPr>
        </p:nvSpPr>
        <p:spPr/>
        <p:txBody>
          <a:bodyPr rtlCol="0">
            <a:normAutofit/>
          </a:bodyPr>
          <a:lstStyle/>
          <a:p>
            <a:r>
              <a:rPr lang="en-US" dirty="0"/>
              <a:t>Visual inspection confirms sharpness of vessel boundaries, reduced graininess, and preserved texture in soft tissues.</a:t>
            </a:r>
          </a:p>
          <a:p>
            <a:r>
              <a:rPr lang="en-US" dirty="0"/>
              <a:t>Zoomed regions show no blurring or over-smoothing artifacts.</a:t>
            </a:r>
          </a:p>
        </p:txBody>
      </p:sp>
    </p:spTree>
    <p:extLst>
      <p:ext uri="{012213DA-C99E-49FA-865E-8F2AFECD6847}">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3136718053"/>
      </p:ext>
    </p:extLst>
  </p:cSld>
  <p:clrMapOvr>
    <a:masterClrMapping/>
  </p:clrMapOvr>
  <mc:AlternateContent xmlns:mc="http://schemas.openxmlformats.org/markup-compatibility/2006" xmlns:p14="http://schemas.microsoft.com/office/powerpoint/2010/main">
    <mc:Choice Requires="p14">
      <p:transition spd="slow" p14:dur="2000" advTm="35553"/>
    </mc:Choice>
    <mc:Fallback xmlns="">
      <p:transition spd="slow" advTm="35553"/>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2">
            <a:extLst>
              <a:ext uri="{EECEFBD1-B651-424C-958E-4D188DFA7213}">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3ED13C5-E193-48ED-88CD-07470F72112E}"/>
              </a:ext>
            </a:extLst>
          </p:cNvPr>
          <p:cNvSpPr>
            <a:spLocks noGrp="1"/>
          </p:cNvSpPr>
          <p:nvPr>
            <p:ph type="body"/>
          </p:nvPr>
        </p:nvSpPr>
        <p:spPr/>
        <p:txBody>
          <a:bodyPr rtlCol="0">
            <a:normAutofit/>
          </a:bodyPr>
          <a:lstStyle/>
          <a:p>
            <a:r>
              <a:rPr lang="en-US" dirty="0"/>
              <a:t>Performance vs. State-of-the-Art</a:t>
            </a:r>
          </a:p>
        </p:txBody>
      </p:sp>
      <p:sp>
        <p:nvSpPr>
          <p:cNvPr id="3" name="Text Placeholder 4">
            <a:extLst>
              <a:ext uri="{83CD4AA9-164A-4FFA-A877-BD0F455C085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510DFEF-85E3-4211-ADC9-D4424F15B05D}"/>
              </a:ext>
            </a:extLst>
          </p:cNvPr>
          <p:cNvSpPr>
            <a:spLocks noGrp="1"/>
          </p:cNvSpPr>
          <p:nvPr>
            <p:ph type="body" idx="1"/>
          </p:nvPr>
        </p:nvSpPr>
        <p:spPr/>
        <p:txBody>
          <a:bodyPr rtlCol="0">
            <a:normAutofit/>
          </a:bodyPr>
          <a:lstStyle/>
          <a:p>
            <a:r>
              <a:rPr lang="en-US" dirty="0"/>
              <a:t>Ablation Study</a:t>
            </a:r>
          </a:p>
        </p:txBody>
      </p:sp>
      <p:sp>
        <p:nvSpPr>
          <p:cNvPr id="4" name="Content Placeholder 2">
            <a:extLst>
              <a:ext uri="{789A92E0-7B63-4AFC-A696-0B3155E35CB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CA289EF7-BB56-4ED9-8BCA-A2C6599BBBBB}"/>
              </a:ext>
            </a:extLst>
          </p:cNvPr>
          <p:cNvSpPr>
            <a:spLocks noGrp="1"/>
          </p:cNvSpPr>
          <p:nvPr>
            <p:ph idx="2"/>
          </p:nvPr>
        </p:nvSpPr>
        <p:spPr/>
        <p:txBody>
          <a:bodyPr rtlCol="0">
            <a:normAutofit/>
          </a:bodyPr>
          <a:lstStyle/>
          <a:p>
            <a:r>
              <a:rPr lang="en-US" dirty="0"/>
              <a:t>Our method achieves </a:t>
            </a:r>
            <a:r>
              <a:rPr lang="en-US" dirty="0" err="1"/>
              <a:t>PSNR</a:t>
            </a:r>
            <a:r>
              <a:rPr lang="en-US" dirty="0"/>
              <a:t>: 30.2 dB, </a:t>
            </a:r>
            <a:r>
              <a:rPr lang="en-US" dirty="0" err="1"/>
              <a:t>SSIM</a:t>
            </a:r>
            <a:r>
              <a:rPr lang="en-US" dirty="0"/>
              <a:t>: 0.90</a:t>
            </a:r>
          </a:p>
          <a:p>
            <a:r>
              <a:rPr lang="en-US" dirty="0"/>
              <a:t>RED-CNN: 27.2 dB, 0.83</a:t>
            </a:r>
          </a:p>
          <a:p>
            <a:r>
              <a:rPr lang="en-US" dirty="0" err="1"/>
              <a:t>WGAN</a:t>
            </a:r>
            <a:r>
              <a:rPr lang="en-US" dirty="0"/>
              <a:t>-</a:t>
            </a:r>
            <a:r>
              <a:rPr lang="en-US" dirty="0" err="1"/>
              <a:t>VGG</a:t>
            </a:r>
            <a:r>
              <a:rPr lang="en-US" dirty="0"/>
              <a:t>: 28.5 dB, 0.85</a:t>
            </a:r>
          </a:p>
        </p:txBody>
      </p:sp>
      <p:sp>
        <p:nvSpPr>
          <p:cNvPr id="5" name="Content Placeholder 2">
            <a:extLst>
              <a:ext uri="{B878766F-3718-4082-B157-CA694AC6B48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E4A7B15-D27D-412F-AE06-8EA95CB9A03A}"/>
              </a:ext>
            </a:extLst>
          </p:cNvPr>
          <p:cNvSpPr>
            <a:spLocks noGrp="1"/>
          </p:cNvSpPr>
          <p:nvPr>
            <p:ph idx="4"/>
          </p:nvPr>
        </p:nvSpPr>
        <p:spPr/>
        <p:txBody>
          <a:bodyPr rtlCol="0">
            <a:normAutofit/>
          </a:bodyPr>
          <a:lstStyle/>
          <a:p>
            <a:r>
              <a:rPr lang="en-US" dirty="0"/>
              <a:t>Each component contributes meaningfully: Adversarial loss adds ~1.5 dB </a:t>
            </a:r>
            <a:r>
              <a:rPr lang="en-US" dirty="0" err="1"/>
              <a:t>PSNR</a:t>
            </a:r>
            <a:r>
              <a:rPr lang="en-US" dirty="0"/>
              <a:t>, content loss adds ~1.8 dB, noise loss adds ~1.2 dB, and orthogonality improves stability and convergence.</a:t>
            </a:r>
          </a:p>
        </p:txBody>
      </p:sp>
    </p:spTree>
    <p:extLst>
      <p:ext uri="{0F3B4077-37C1-42D7-A9CE-A34CF8D9D191}">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3136718054"/>
      </p:ext>
    </p:extLst>
  </p:cSld>
  <p:clrMapOvr>
    <a:masterClrMapping/>
  </p:clrMapOvr>
  <mc:AlternateContent xmlns:mc="http://schemas.openxmlformats.org/markup-compatibility/2006" xmlns:p14="http://schemas.microsoft.com/office/powerpoint/2010/main">
    <mc:Choice Requires="p14">
      <p:transition spd="slow" p14:dur="2000" advTm="46486"/>
    </mc:Choice>
    <mc:Fallback xmlns="">
      <p:transition spd="slow" advTm="46486"/>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7">
            <a:extLst>
              <a:ext uri="{354E79DB-34E6-4D5E-9C10-EB975ADEE7F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145E776-8B61-4D70-9533-40D132B75566}"/>
              </a:ext>
            </a:extLst>
          </p:cNvPr>
          <p:cNvSpPr>
            <a:spLocks noGrp="1"/>
          </p:cNvSpPr>
          <p:nvPr>
            <p:ph type="title"/>
          </p:nvPr>
        </p:nvSpPr>
        <p:spPr/>
        <p:txBody>
          <a:bodyPr rtlCol="0"/>
          <a:lstStyle/>
          <a:p>
            <a:r>
              <a:rPr lang="en-US" dirty="0"/>
              <a:t>Conclusion &amp; Future Work</a:t>
            </a:r>
          </a:p>
        </p:txBody>
      </p:sp>
      <p:sp>
        <p:nvSpPr>
          <p:cNvPr id="3" name="Content Placeholder 2">
            <a:extLst>
              <a:ext uri="{AD881114-DD89-45FB-B140-E82613FAE6A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9B7B26F-25B5-4666-B2BB-6E74F356B22D}"/>
              </a:ext>
            </a:extLst>
          </p:cNvPr>
          <p:cNvSpPr>
            <a:spLocks noGrp="1"/>
          </p:cNvSpPr>
          <p:nvPr>
            <p:ph idx="1"/>
          </p:nvPr>
        </p:nvSpPr>
        <p:spPr/>
        <p:txBody>
          <a:bodyPr rtlCol="0">
            <a:normAutofit/>
          </a:bodyPr>
          <a:lstStyle/>
          <a:p>
            <a:r>
              <a:rPr lang="en-US" dirty="0"/>
              <a:t>The proposed dual-head </a:t>
            </a:r>
            <a:r>
              <a:rPr lang="en-US" dirty="0" err="1"/>
              <a:t>GAN</a:t>
            </a:r>
            <a:r>
              <a:rPr lang="en-US" dirty="0"/>
              <a:t> achieves superior </a:t>
            </a:r>
            <a:r>
              <a:rPr lang="en-US" dirty="0" err="1"/>
              <a:t>denoising</a:t>
            </a:r>
            <a:r>
              <a:rPr lang="en-US" dirty="0"/>
              <a:t> performance with improved </a:t>
            </a:r>
            <a:r>
              <a:rPr lang="en-US" dirty="0" err="1"/>
              <a:t>PSNR</a:t>
            </a:r>
            <a:r>
              <a:rPr lang="en-US" dirty="0"/>
              <a:t> and </a:t>
            </a:r>
            <a:r>
              <a:rPr lang="en-US" dirty="0" err="1"/>
              <a:t>SSIM</a:t>
            </a:r>
            <a:r>
              <a:rPr lang="en-US" dirty="0"/>
              <a:t> compared to existing methods. It preserves critical anatomical details, making it suitable for clinical use. The model reduces patient radiation exposure without compromising diagnostic accuracy. Future work includes training on real-world noisy data, moving to GPU acceleration, extending to 3D CT volumes, and exploring unsupervised learning for broader applicability. This work lays the foundation for AI-driven, low-dose CT reconstruction in clinical practice.</a:t>
            </a:r>
          </a:p>
        </p:txBody>
      </p:sp>
    </p:spTree>
    <p:extLst>
      <p:ext uri="{FE689664-A71F-40F5-B99D-7F6F83EDE584}">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3136718054"/>
      </p:ext>
    </p:extLst>
  </p:cSld>
  <p:clrMapOvr>
    <a:masterClrMapping/>
  </p:clrMapOvr>
  <mc:AlternateContent xmlns:mc="http://schemas.openxmlformats.org/markup-compatibility/2006" xmlns:p14="http://schemas.microsoft.com/office/powerpoint/2010/main">
    <mc:Choice Requires="p14">
      <p:transition spd="slow" p14:dur="2000" advTm="53383"/>
    </mc:Choice>
    <mc:Fallback xmlns="">
      <p:transition spd="slow" advTm="53383"/>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LAYOUT" val="threePicAndTx"/>
</p:tagLst>
</file>

<file path=ppt/tags/tag2.xml><?xml version="1.0" encoding="utf-8"?>
<p:tagLst xmlns:a="http://schemas.openxmlformats.org/drawingml/2006/main" xmlns:r="http://schemas.openxmlformats.org/officeDocument/2006/relationships" xmlns:p="http://schemas.openxmlformats.org/presentationml/2006/main">
  <p:tag name="LAYOUT" val="fourPic"/>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hitepaper">
  <a:themeElements>
    <a:clrScheme name="Whitepaper">
      <a:dk1>
        <a:srgbClr val="000000"/>
      </a:dk1>
      <a:lt1>
        <a:srgbClr val="FFFFFF"/>
      </a:lt1>
      <a:dk2>
        <a:srgbClr val="171C23"/>
      </a:dk2>
      <a:lt2>
        <a:srgbClr val="F7FCFC"/>
      </a:lt2>
      <a:accent1>
        <a:srgbClr val="42C3C9"/>
      </a:accent1>
      <a:accent2>
        <a:srgbClr val="FFC94A"/>
      </a:accent2>
      <a:accent3>
        <a:srgbClr val="F2494B"/>
      </a:accent3>
      <a:accent4>
        <a:srgbClr val="FF7B43"/>
      </a:accent4>
      <a:accent5>
        <a:srgbClr val="775E9E"/>
      </a:accent5>
      <a:accent6>
        <a:srgbClr val="C1408A"/>
      </a:accent6>
      <a:hlink>
        <a:srgbClr val="2D83D8"/>
      </a:hlink>
      <a:folHlink>
        <a:srgbClr val="C1408A"/>
      </a:folHlink>
    </a:clrScheme>
    <a:fontScheme name="Whitepaper">
      <a:majorFont>
        <a:latin typeface="Open Sans"/>
        <a:ea typeface=""/>
        <a:cs typeface=""/>
      </a:majorFont>
      <a:minorFont>
        <a:latin typeface="Open Sans"/>
        <a:ea typeface=""/>
        <a:cs typeface=""/>
      </a:minorFont>
    </a:fontScheme>
    <a:fmtScheme name="Whitepap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0"/>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a:noFill/>
          <a:prstDash val="solid"/>
        </a:ln>
        <a:ln w="25400" cap="flat">
          <a:solidFill>
            <a:schemeClr val="phClr"/>
          </a:solidFill>
          <a:prstDash val="solid"/>
        </a:ln>
        <a:ln w="38100" cap="flat">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blipFill dpi="0" rotWithShape="1">
          <a:blip xmlns:r="http://schemas.openxmlformats.org/officeDocument/2006/relationships" r:embed="rId1">
            <a:duotone>
              <a:schemeClr val="phClr">
                <a:shade val="10000"/>
                <a:satMod val="400000"/>
              </a:schemeClr>
              <a:schemeClr val="phClr">
                <a:tint val="90000"/>
                <a:satMod val="200000"/>
              </a:schemeClr>
            </a:duotone>
          </a:blip>
          <a:tile tx="0" ty="0" sx="100000" sy="100000" algn="tl"/>
        </a:blipFill>
        <a:gradFill rotWithShape="1">
          <a:gsLst>
            <a:gs pos="0">
              <a:schemeClr val="phClr">
                <a:tint val="80000"/>
                <a:satMod val="300000"/>
              </a:schemeClr>
            </a:gs>
            <a:gs pos="100000">
              <a:schemeClr val="phClr">
                <a:shade val="60000"/>
                <a:satMod val="200000"/>
              </a:schemeClr>
            </a:gs>
          </a:gsLst>
          <a:path path="circle">
            <a:fillToRect l="50000" t="50000" r="50000" b="50000"/>
          </a:path>
        </a:gradFill>
      </a:bgFillStyleLst>
    </a:fmtScheme>
  </a:themeElements>
  <a:objectDefaults>
    <a:spDef>
      <a:spPr/>
      <a:bodyPr rtlCol="0" anchor="ctr"/>
      <a:lstStyle>
        <a:lvl1pPr lvl="0" algn="ctr"/>
      </a:lstStyle>
      <a:style>
        <a:lnRef idx="0">
          <a:scrgbClr r="0" g="0" b="0"/>
        </a:lnRef>
        <a:fillRef idx="1">
          <a:schemeClr val="accent1"/>
        </a:fillRef>
        <a:effectRef idx="0">
          <a:schemeClr val="accent1"/>
        </a:effectRef>
        <a:fontRef idx="none"/>
      </a:style>
    </a:spDef>
    <a:lnDef>
      <a:spPr>
        <a:ln w="19050" cap="flat">
          <a:solidFill>
            <a:schemeClr val="accent1">
              <a:lumMod val="75000"/>
            </a:schemeClr>
          </a:solidFill>
          <a:prstDash val="solid"/>
          <a:round/>
        </a:ln>
      </a:spPr>
      <a:bodyPr rtlCol="0" anchor="ctr"/>
      <a:lstStyle>
        <a:lvl1pPr lvl="0" algn="ctr"/>
      </a:lstStyle>
    </a:lnDef>
  </a:objectDefaults>
  <a:extraClrSchemeLst/>
</a:theme>
</file>

<file path=ppt/theme/theme2.xml><?xml version="1.0" encoding="utf-8"?>
<a:theme xmlns:a="http://schemas.openxmlformats.org/drawingml/2006/main" name="Whitepaper">
  <a:themeElements>
    <a:clrScheme name="Whitepaper">
      <a:dk1>
        <a:srgbClr val="000000"/>
      </a:dk1>
      <a:lt1>
        <a:srgbClr val="FFFFFF"/>
      </a:lt1>
      <a:dk2>
        <a:srgbClr val="171C23"/>
      </a:dk2>
      <a:lt2>
        <a:srgbClr val="F7FCFC"/>
      </a:lt2>
      <a:accent1>
        <a:srgbClr val="42C3C9"/>
      </a:accent1>
      <a:accent2>
        <a:srgbClr val="FFC94A"/>
      </a:accent2>
      <a:accent3>
        <a:srgbClr val="F2494B"/>
      </a:accent3>
      <a:accent4>
        <a:srgbClr val="FF7B43"/>
      </a:accent4>
      <a:accent5>
        <a:srgbClr val="775E9E"/>
      </a:accent5>
      <a:accent6>
        <a:srgbClr val="C1408A"/>
      </a:accent6>
      <a:hlink>
        <a:srgbClr val="2D83D8"/>
      </a:hlink>
      <a:folHlink>
        <a:srgbClr val="C1408A"/>
      </a:folHlink>
    </a:clrScheme>
    <a:fontScheme name="Whitepaper">
      <a:majorFont>
        <a:latin typeface="Open Sans"/>
        <a:ea typeface=""/>
        <a:cs typeface=""/>
      </a:majorFont>
      <a:minorFont>
        <a:latin typeface="Open Sans"/>
        <a:ea typeface=""/>
        <a:cs typeface=""/>
      </a:minorFont>
    </a:fontScheme>
    <a:fmtScheme name="Whitepap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0"/>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a:noFill/>
          <a:prstDash val="solid"/>
        </a:ln>
        <a:ln w="25400" cap="flat">
          <a:solidFill>
            <a:schemeClr val="phClr"/>
          </a:solidFill>
          <a:prstDash val="solid"/>
        </a:ln>
        <a:ln w="38100" cap="flat">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blipFill dpi="0" rotWithShape="1">
          <a:blip xmlns:r="http://schemas.openxmlformats.org/officeDocument/2006/relationships" r:embed="rId1">
            <a:duotone>
              <a:schemeClr val="phClr">
                <a:shade val="10000"/>
                <a:satMod val="400000"/>
              </a:schemeClr>
              <a:schemeClr val="phClr">
                <a:tint val="90000"/>
                <a:satMod val="200000"/>
              </a:schemeClr>
            </a:duotone>
          </a:blip>
          <a:tile tx="0" ty="0" sx="100000" sy="100000" algn="tl"/>
        </a:blipFill>
        <a:gradFill rotWithShape="1">
          <a:gsLst>
            <a:gs pos="0">
              <a:schemeClr val="phClr">
                <a:tint val="80000"/>
                <a:satMod val="300000"/>
              </a:schemeClr>
            </a:gs>
            <a:gs pos="100000">
              <a:schemeClr val="phClr">
                <a:shade val="60000"/>
                <a:satMod val="200000"/>
              </a:schemeClr>
            </a:gs>
          </a:gsLst>
          <a:path path="circle">
            <a:fillToRect l="50000" t="50000" r="50000" b="50000"/>
          </a:path>
        </a:gradFill>
      </a:bgFillStyleLst>
    </a:fmtScheme>
  </a:themeElements>
  <a:objectDefaults>
    <a:spDef>
      <a:spPr/>
      <a:bodyPr rtlCol="0" anchor="ctr"/>
      <a:lstStyle>
        <a:lvl1pPr lvl="0" algn="ctr"/>
      </a:lstStyle>
      <a:style>
        <a:lnRef idx="0">
          <a:scrgbClr r="0" g="0" b="0"/>
        </a:lnRef>
        <a:fillRef idx="1">
          <a:schemeClr val="accent1"/>
        </a:fillRef>
        <a:effectRef idx="0">
          <a:schemeClr val="accent1"/>
        </a:effectRef>
        <a:fontRef idx="none"/>
      </a:style>
    </a:spDef>
    <a:lnDef>
      <a:spPr>
        <a:ln w="19050" cap="flat">
          <a:solidFill>
            <a:schemeClr val="accent1">
              <a:lumMod val="75000"/>
            </a:schemeClr>
          </a:solidFill>
          <a:prstDash val="solid"/>
          <a:round/>
        </a:ln>
      </a:spPr>
      <a:bodyPr rtlCol="0" anchor="ctr"/>
      <a:lstStyle>
        <a:lvl1pPr lvl="0" algn="ctr"/>
      </a:lstStyle>
    </a:lnDef>
  </a:objectDefaults>
  <a:extraClrSchemeLst/>
</a:theme>
</file>

<file path=docProps/app.xml><?xml version="1.0" encoding="utf-8"?>
<Properties xmlns="http://schemas.openxmlformats.org/officeDocument/2006/extended-properties" xmlns:vt="http://schemas.openxmlformats.org/officeDocument/2006/docPropsVTypes">
  <TotalTime>27</TotalTime>
  <Words>667</Words>
  <Application>Microsoft Office PowerPoint</Application>
  <PresentationFormat>On-screen Show (16:9)</PresentationFormat>
  <Paragraphs>46</Paragraphs>
  <Slides>12</Slides>
  <Notes>10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12</vt:i4>
      </vt:variant>
    </vt:vector>
  </HeadingPairs>
  <TitlesOfParts>
    <vt:vector size="14" baseType="lpstr">
      <vt:lpstr>Open Sans</vt:lpstr>
      <vt:lpstr>Whitepaper</vt:lpstr>
      <vt:lpstr>GAN-Based Architecture for Low-dose Computed Tomography Imaging Denoising </vt:lpstr>
      <vt:lpstr>Problem Statement</vt:lpstr>
      <vt:lpstr>Project Objectives</vt:lpstr>
      <vt:lpstr>PowerPoint Presentation</vt:lpstr>
      <vt:lpstr>Architecture Overview</vt:lpstr>
      <vt:lpstr>PowerPoint Presentation</vt:lpstr>
      <vt:lpstr>Loss Function Composition</vt:lpstr>
      <vt:lpstr>PowerPoint Presentation</vt:lpstr>
      <vt:lpstr>Dataset Details</vt:lpstr>
      <vt:lpstr>EVALUATION AND ANALYSIS</vt:lpstr>
      <vt:lpstr>PowerPoint Presentation</vt:lpstr>
      <vt:lpstr>Conclusion &amp; Future Work</vt:lpstr>
    </vt:vector>
  </TitlesOfParts>
  <Company>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
  <cp:lastModifiedBy>Karthik Steve</cp:lastModifiedBy>
  <cp:revision>4</cp:revision>
  <dcterms:created xsi:type="dcterms:W3CDTF">2025-11-14T21:35:47Z</dcterms:created>
  <dcterms:modified xsi:type="dcterms:W3CDTF">2025-11-14T18:53:58Z</dcterms:modified>
</cp:coreProperties>
</file>